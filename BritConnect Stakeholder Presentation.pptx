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notesMasterIdLst>
    <p:notesMasterId r:id="rId25"/>
  </p:notesMasterIdLst>
  <p:sldIdLst>
    <p:sldId id="256" r:id="rId2"/>
    <p:sldId id="263" r:id="rId3"/>
    <p:sldId id="257" r:id="rId4"/>
    <p:sldId id="258" r:id="rId5"/>
    <p:sldId id="264" r:id="rId6"/>
    <p:sldId id="265" r:id="rId7"/>
    <p:sldId id="266" r:id="rId8"/>
    <p:sldId id="267" r:id="rId9"/>
    <p:sldId id="259" r:id="rId10"/>
    <p:sldId id="268" r:id="rId11"/>
    <p:sldId id="260" r:id="rId12"/>
    <p:sldId id="269" r:id="rId13"/>
    <p:sldId id="261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34D1B-4472-4965-937C-7FE28AEF8F4D}" v="101" dt="2026-08-03T18:39:58.654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159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tosin Ayodele" userId="a8367082e9ab5402" providerId="LiveId" clId="{470A5ACE-1ED0-4AFC-9293-9D5F93EF709B}"/>
    <pc:docChg chg="undo custSel addSld delSld modSld sldOrd">
      <pc:chgData name="Oluwatosin Ayodele" userId="a8367082e9ab5402" providerId="LiveId" clId="{470A5ACE-1ED0-4AFC-9293-9D5F93EF709B}" dt="2026-08-03T18:45:12.394" v="2375" actId="1038"/>
      <pc:docMkLst>
        <pc:docMk/>
      </pc:docMkLst>
      <pc:sldChg chg="addSp delSp modSp mod">
        <pc:chgData name="Oluwatosin Ayodele" userId="a8367082e9ab5402" providerId="LiveId" clId="{470A5ACE-1ED0-4AFC-9293-9D5F93EF709B}" dt="2026-08-03T16:11:57.365" v="1627"/>
        <pc:sldMkLst>
          <pc:docMk/>
          <pc:sldMk cId="0" sldId="256"/>
        </pc:sldMkLst>
        <pc:spChg chg="mod ord">
          <ac:chgData name="Oluwatosin Ayodele" userId="a8367082e9ab5402" providerId="LiveId" clId="{470A5ACE-1ED0-4AFC-9293-9D5F93EF709B}" dt="2026-08-03T16:11:36.525" v="1626" actId="20577"/>
          <ac:spMkLst>
            <pc:docMk/>
            <pc:sldMk cId="0" sldId="256"/>
            <ac:spMk id="2" creationId="{00000000-0000-0000-0000-000000000000}"/>
          </ac:spMkLst>
        </pc:spChg>
        <pc:spChg chg="del">
          <ac:chgData name="Oluwatosin Ayodele" userId="a8367082e9ab5402" providerId="LiveId" clId="{470A5ACE-1ED0-4AFC-9293-9D5F93EF709B}" dt="2026-08-03T11:57:20.687" v="44" actId="26606"/>
          <ac:spMkLst>
            <pc:docMk/>
            <pc:sldMk cId="0" sldId="256"/>
            <ac:spMk id="8" creationId="{2928117C-9446-4E7F-AE62-95E0F6DB5B27}"/>
          </ac:spMkLst>
        </pc:spChg>
        <pc:spChg chg="del">
          <ac:chgData name="Oluwatosin Ayodele" userId="a8367082e9ab5402" providerId="LiveId" clId="{470A5ACE-1ED0-4AFC-9293-9D5F93EF709B}" dt="2026-08-03T11:57:20.687" v="44" actId="26606"/>
          <ac:spMkLst>
            <pc:docMk/>
            <pc:sldMk cId="0" sldId="256"/>
            <ac:spMk id="10" creationId="{84D30AFB-4D71-48B0-AA00-28EE92363A5F}"/>
          </ac:spMkLst>
        </pc:spChg>
        <pc:spChg chg="del">
          <ac:chgData name="Oluwatosin Ayodele" userId="a8367082e9ab5402" providerId="LiveId" clId="{470A5ACE-1ED0-4AFC-9293-9D5F93EF709B}" dt="2026-08-03T11:57:20.687" v="44" actId="26606"/>
          <ac:spMkLst>
            <pc:docMk/>
            <pc:sldMk cId="0" sldId="256"/>
            <ac:spMk id="12" creationId="{96A0B76F-8010-4C62-B4B6-C5FC438C059E}"/>
          </ac:spMkLst>
        </pc:spChg>
        <pc:spChg chg="del">
          <ac:chgData name="Oluwatosin Ayodele" userId="a8367082e9ab5402" providerId="LiveId" clId="{470A5ACE-1ED0-4AFC-9293-9D5F93EF709B}" dt="2026-08-03T11:57:20.687" v="44" actId="26606"/>
          <ac:spMkLst>
            <pc:docMk/>
            <pc:sldMk cId="0" sldId="256"/>
            <ac:spMk id="16" creationId="{F34F34AF-75E7-4149-A3CF-2E483C744F92}"/>
          </ac:spMkLst>
        </pc:spChg>
        <pc:spChg chg="add mod">
          <ac:chgData name="Oluwatosin Ayodele" userId="a8367082e9ab5402" providerId="LiveId" clId="{470A5ACE-1ED0-4AFC-9293-9D5F93EF709B}" dt="2026-08-03T16:11:27.796" v="1623" actId="14100"/>
          <ac:spMkLst>
            <pc:docMk/>
            <pc:sldMk cId="0" sldId="256"/>
            <ac:spMk id="23" creationId="{354A46C7-6338-A4F1-E569-5E27A05DCCAF}"/>
          </ac:spMkLst>
        </pc:spChg>
        <pc:spChg chg="add del">
          <ac:chgData name="Oluwatosin Ayodele" userId="a8367082e9ab5402" providerId="LiveId" clId="{470A5ACE-1ED0-4AFC-9293-9D5F93EF709B}" dt="2026-08-03T12:01:21.529" v="46" actId="26606"/>
          <ac:spMkLst>
            <pc:docMk/>
            <pc:sldMk cId="0" sldId="256"/>
            <ac:spMk id="25" creationId="{1E5E4503-CC62-4DA9-9121-0A15719984CE}"/>
          </ac:spMkLst>
        </pc:spChg>
        <pc:spChg chg="add del">
          <ac:chgData name="Oluwatosin Ayodele" userId="a8367082e9ab5402" providerId="LiveId" clId="{470A5ACE-1ED0-4AFC-9293-9D5F93EF709B}" dt="2026-08-03T12:01:21.529" v="46" actId="26606"/>
          <ac:spMkLst>
            <pc:docMk/>
            <pc:sldMk cId="0" sldId="256"/>
            <ac:spMk id="27" creationId="{D8D61A1B-3C4C-4F0E-965F-15837624CF5B}"/>
          </ac:spMkLst>
        </pc:spChg>
        <pc:spChg chg="add del">
          <ac:chgData name="Oluwatosin Ayodele" userId="a8367082e9ab5402" providerId="LiveId" clId="{470A5ACE-1ED0-4AFC-9293-9D5F93EF709B}" dt="2026-08-03T12:01:21.529" v="46" actId="26606"/>
          <ac:spMkLst>
            <pc:docMk/>
            <pc:sldMk cId="0" sldId="256"/>
            <ac:spMk id="29" creationId="{00E56243-9701-44E8-8A92-319433305195}"/>
          </ac:spMkLst>
        </pc:spChg>
        <pc:spChg chg="add del">
          <ac:chgData name="Oluwatosin Ayodele" userId="a8367082e9ab5402" providerId="LiveId" clId="{470A5ACE-1ED0-4AFC-9293-9D5F93EF709B}" dt="2026-08-03T12:01:21.529" v="46" actId="26606"/>
          <ac:spMkLst>
            <pc:docMk/>
            <pc:sldMk cId="0" sldId="256"/>
            <ac:spMk id="31" creationId="{5B1F1915-E076-48EB-BB4A-EE9808EB40CB}"/>
          </ac:spMkLst>
        </pc:spChg>
        <pc:spChg chg="add del">
          <ac:chgData name="Oluwatosin Ayodele" userId="a8367082e9ab5402" providerId="LiveId" clId="{470A5ACE-1ED0-4AFC-9293-9D5F93EF709B}" dt="2026-08-03T12:01:21.529" v="46" actId="26606"/>
          <ac:spMkLst>
            <pc:docMk/>
            <pc:sldMk cId="0" sldId="256"/>
            <ac:spMk id="35" creationId="{9180D5DB-9658-40A6-A418-7C69982226F4}"/>
          </ac:spMkLst>
        </pc:spChg>
        <pc:spChg chg="add del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45" creationId="{1E5E4503-CC62-4DA9-9121-0A15719984CE}"/>
          </ac:spMkLst>
        </pc:spChg>
        <pc:spChg chg="add del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47" creationId="{D8D61A1B-3C4C-4F0E-965F-15837624CF5B}"/>
          </ac:spMkLst>
        </pc:spChg>
        <pc:spChg chg="add del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49" creationId="{00E56243-9701-44E8-8A92-319433305195}"/>
          </ac:spMkLst>
        </pc:spChg>
        <pc:spChg chg="add del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51" creationId="{5B1F1915-E076-48EB-BB4A-EE9808EB40CB}"/>
          </ac:spMkLst>
        </pc:spChg>
        <pc:spChg chg="add del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53" creationId="{C946306D-5ADD-463A-949A-DEEBA39D70DC}"/>
          </ac:spMkLst>
        </pc:spChg>
        <pc:spChg chg="add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65" creationId="{1E5E4503-CC62-4DA9-9121-0A15719984CE}"/>
          </ac:spMkLst>
        </pc:spChg>
        <pc:spChg chg="add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67" creationId="{D8D61A1B-3C4C-4F0E-965F-15837624CF5B}"/>
          </ac:spMkLst>
        </pc:spChg>
        <pc:spChg chg="add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71" creationId="{5B1F1915-E076-48EB-BB4A-EE9808EB40CB}"/>
          </ac:spMkLst>
        </pc:spChg>
        <pc:spChg chg="add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73" creationId="{C946306D-5ADD-463A-949A-DEEBA39D70DC}"/>
          </ac:spMkLst>
        </pc:spChg>
        <pc:spChg chg="add">
          <ac:chgData name="Oluwatosin Ayodele" userId="a8367082e9ab5402" providerId="LiveId" clId="{470A5ACE-1ED0-4AFC-9293-9D5F93EF709B}" dt="2026-08-03T15:58:14.581" v="1472" actId="26606"/>
          <ac:spMkLst>
            <pc:docMk/>
            <pc:sldMk cId="0" sldId="256"/>
            <ac:spMk id="75" creationId="{9180D5DB-9658-40A6-A418-7C69982226F4}"/>
          </ac:spMkLst>
        </pc:spChg>
        <pc:picChg chg="del mod">
          <ac:chgData name="Oluwatosin Ayodele" userId="a8367082e9ab5402" providerId="LiveId" clId="{470A5ACE-1ED0-4AFC-9293-9D5F93EF709B}" dt="2026-08-03T15:57:51.962" v="1467" actId="478"/>
          <ac:picMkLst>
            <pc:docMk/>
            <pc:sldMk cId="0" sldId="256"/>
            <ac:picMk id="4" creationId="{85D54E98-8471-E275-AA35-53B9209CEEDB}"/>
          </ac:picMkLst>
        </pc:picChg>
        <pc:picChg chg="add mod">
          <ac:chgData name="Oluwatosin Ayodele" userId="a8367082e9ab5402" providerId="LiveId" clId="{470A5ACE-1ED0-4AFC-9293-9D5F93EF709B}" dt="2026-08-03T16:11:57.365" v="1627"/>
          <ac:picMkLst>
            <pc:docMk/>
            <pc:sldMk cId="0" sldId="256"/>
            <ac:picMk id="15" creationId="{42155E14-BFD4-551F-5395-A46ACE243888}"/>
          </ac:picMkLst>
        </pc:picChg>
        <pc:picChg chg="add mod">
          <ac:chgData name="Oluwatosin Ayodele" userId="a8367082e9ab5402" providerId="LiveId" clId="{470A5ACE-1ED0-4AFC-9293-9D5F93EF709B}" dt="2026-08-03T15:58:23.425" v="1473"/>
          <ac:picMkLst>
            <pc:docMk/>
            <pc:sldMk cId="0" sldId="256"/>
            <ac:picMk id="21" creationId="{A61746EB-59E8-6AA1-C0DA-00ABC4B77431}"/>
          </ac:picMkLst>
        </pc:picChg>
      </pc:sldChg>
      <pc:sldChg chg="addSp delSp modSp mod setBg setClrOvrMap">
        <pc:chgData name="Oluwatosin Ayodele" userId="a8367082e9ab5402" providerId="LiveId" clId="{470A5ACE-1ED0-4AFC-9293-9D5F93EF709B}" dt="2026-08-03T16:20:59.889" v="1677" actId="20577"/>
        <pc:sldMkLst>
          <pc:docMk/>
          <pc:sldMk cId="0" sldId="257"/>
        </pc:sldMkLst>
        <pc:spChg chg="mod">
          <ac:chgData name="Oluwatosin Ayodele" userId="a8367082e9ab5402" providerId="LiveId" clId="{470A5ACE-1ED0-4AFC-9293-9D5F93EF709B}" dt="2026-08-03T16:20:59.889" v="1677" actId="2057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Oluwatosin Ayodele" userId="a8367082e9ab5402" providerId="LiveId" clId="{470A5ACE-1ED0-4AFC-9293-9D5F93EF709B}" dt="2026-08-03T12:22:50.591" v="82" actId="26606"/>
          <ac:spMkLst>
            <pc:docMk/>
            <pc:sldMk cId="0" sldId="257"/>
            <ac:spMk id="3" creationId="{00000000-0000-0000-0000-000000000000}"/>
          </ac:spMkLst>
        </pc:spChg>
        <pc:spChg chg="del">
          <ac:chgData name="Oluwatosin Ayodele" userId="a8367082e9ab5402" providerId="LiveId" clId="{470A5ACE-1ED0-4AFC-9293-9D5F93EF709B}" dt="2026-08-03T11:49:15.906" v="0" actId="478"/>
          <ac:spMkLst>
            <pc:docMk/>
            <pc:sldMk cId="0" sldId="257"/>
            <ac:spMk id="8" creationId="{7A3E46FB-8D6A-F45A-EEAB-17F84485CDF4}"/>
          </ac:spMkLst>
        </pc:spChg>
        <pc:spChg chg="add del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9" creationId="{71B62618-0D02-4C29-88C5-1EDF7F32343E}"/>
          </ac:spMkLst>
        </pc:spChg>
        <pc:spChg chg="add del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11" creationId="{1E2747F4-A0AE-425C-B527-E3E32461FEF5}"/>
          </ac:spMkLst>
        </pc:spChg>
        <pc:spChg chg="add del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13" creationId="{9707F29A-1576-479E-B227-0D6498601B4A}"/>
          </ac:spMkLst>
        </pc:spChg>
        <pc:spChg chg="add del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15" creationId="{F17B26C7-6F2F-453C-9C08-71E199E527A8}"/>
          </ac:spMkLst>
        </pc:spChg>
        <pc:spChg chg="add del">
          <ac:chgData name="Oluwatosin Ayodele" userId="a8367082e9ab5402" providerId="LiveId" clId="{470A5ACE-1ED0-4AFC-9293-9D5F93EF709B}" dt="2026-08-03T12:24:35.152" v="88" actId="26606"/>
          <ac:spMkLst>
            <pc:docMk/>
            <pc:sldMk cId="0" sldId="257"/>
            <ac:spMk id="20" creationId="{71B62618-0D02-4C29-88C5-1EDF7F32343E}"/>
          </ac:spMkLst>
        </pc:spChg>
        <pc:spChg chg="add del">
          <ac:chgData name="Oluwatosin Ayodele" userId="a8367082e9ab5402" providerId="LiveId" clId="{470A5ACE-1ED0-4AFC-9293-9D5F93EF709B}" dt="2026-08-03T12:24:35.152" v="88" actId="26606"/>
          <ac:spMkLst>
            <pc:docMk/>
            <pc:sldMk cId="0" sldId="257"/>
            <ac:spMk id="22" creationId="{1E2747F4-A0AE-425C-B527-E3E32461FEF5}"/>
          </ac:spMkLst>
        </pc:spChg>
        <pc:spChg chg="add del">
          <ac:chgData name="Oluwatosin Ayodele" userId="a8367082e9ab5402" providerId="LiveId" clId="{470A5ACE-1ED0-4AFC-9293-9D5F93EF709B}" dt="2026-08-03T12:24:35.152" v="88" actId="26606"/>
          <ac:spMkLst>
            <pc:docMk/>
            <pc:sldMk cId="0" sldId="257"/>
            <ac:spMk id="24" creationId="{9707F29A-1576-479E-B227-0D6498601B4A}"/>
          </ac:spMkLst>
        </pc:spChg>
        <pc:spChg chg="add del">
          <ac:chgData name="Oluwatosin Ayodele" userId="a8367082e9ab5402" providerId="LiveId" clId="{470A5ACE-1ED0-4AFC-9293-9D5F93EF709B}" dt="2026-08-03T12:24:35.152" v="88" actId="26606"/>
          <ac:spMkLst>
            <pc:docMk/>
            <pc:sldMk cId="0" sldId="257"/>
            <ac:spMk id="26" creationId="{F17B26C7-6F2F-453C-9C08-71E199E527A8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28" creationId="{75F28DDD-9641-43BA-944D-79B0687051F1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29" creationId="{71B62618-0D02-4C29-88C5-1EDF7F32343E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30" creationId="{32AA2954-062E-4B72-A97B-0B066FB156D8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31" creationId="{1E2747F4-A0AE-425C-B527-E3E32461FEF5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32" creationId="{10CA29A6-E0B1-40CD-ADF7-7B8E932A3222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35" creationId="{F17B26C7-6F2F-453C-9C08-71E199E527A8}"/>
          </ac:spMkLst>
        </pc:spChg>
        <pc:spChg chg="add del">
          <ac:chgData name="Oluwatosin Ayodele" userId="a8367082e9ab5402" providerId="LiveId" clId="{470A5ACE-1ED0-4AFC-9293-9D5F93EF709B}" dt="2026-08-03T12:24:43.642" v="90" actId="26606"/>
          <ac:spMkLst>
            <pc:docMk/>
            <pc:sldMk cId="0" sldId="257"/>
            <ac:spMk id="36" creationId="{C02BAD4C-6EA9-4F10-92D4-A1C8C53DAEE4}"/>
          </ac:spMkLst>
        </pc:spChg>
        <pc:spChg chg="add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38" creationId="{71B62618-0D02-4C29-88C5-1EDF7F32343E}"/>
          </ac:spMkLst>
        </pc:spChg>
        <pc:spChg chg="add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39" creationId="{1E2747F4-A0AE-425C-B527-E3E32461FEF5}"/>
          </ac:spMkLst>
        </pc:spChg>
        <pc:spChg chg="add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40" creationId="{9707F29A-1576-479E-B227-0D6498601B4A}"/>
          </ac:spMkLst>
        </pc:spChg>
        <pc:spChg chg="add">
          <ac:chgData name="Oluwatosin Ayodele" userId="a8367082e9ab5402" providerId="LiveId" clId="{470A5ACE-1ED0-4AFC-9293-9D5F93EF709B}" dt="2026-08-03T12:24:43.670" v="91" actId="26606"/>
          <ac:spMkLst>
            <pc:docMk/>
            <pc:sldMk cId="0" sldId="257"/>
            <ac:spMk id="41" creationId="{F17B26C7-6F2F-453C-9C08-71E199E527A8}"/>
          </ac:spMkLst>
        </pc:spChg>
        <pc:graphicFrameChg chg="add mod modGraphic">
          <ac:chgData name="Oluwatosin Ayodele" userId="a8367082e9ab5402" providerId="LiveId" clId="{470A5ACE-1ED0-4AFC-9293-9D5F93EF709B}" dt="2026-08-03T12:28:02.224" v="107"/>
          <ac:graphicFrameMkLst>
            <pc:docMk/>
            <pc:sldMk cId="0" sldId="257"/>
            <ac:graphicFrameMk id="5" creationId="{EEB635B0-796C-9F27-262C-E05847FF6DD9}"/>
          </ac:graphicFrameMkLst>
        </pc:graphicFrameChg>
        <pc:picChg chg="add mod">
          <ac:chgData name="Oluwatosin Ayodele" userId="a8367082e9ab5402" providerId="LiveId" clId="{470A5ACE-1ED0-4AFC-9293-9D5F93EF709B}" dt="2026-08-03T12:29:33.498" v="133" actId="1076"/>
          <ac:picMkLst>
            <pc:docMk/>
            <pc:sldMk cId="0" sldId="257"/>
            <ac:picMk id="6" creationId="{C3BBD59F-62F0-1627-A1D9-DA92DA46CE84}"/>
          </ac:picMkLst>
        </pc:picChg>
        <pc:picChg chg="add mod modCrop">
          <ac:chgData name="Oluwatosin Ayodele" userId="a8367082e9ab5402" providerId="LiveId" clId="{470A5ACE-1ED0-4AFC-9293-9D5F93EF709B}" dt="2026-08-03T12:29:20.872" v="132" actId="1076"/>
          <ac:picMkLst>
            <pc:docMk/>
            <pc:sldMk cId="0" sldId="257"/>
            <ac:picMk id="10" creationId="{73DB0C8D-D9A4-D1AF-BC54-9C70CA8CA09A}"/>
          </ac:picMkLst>
        </pc:picChg>
        <pc:picChg chg="add del mod">
          <ac:chgData name="Oluwatosin Ayodele" userId="a8367082e9ab5402" providerId="LiveId" clId="{470A5ACE-1ED0-4AFC-9293-9D5F93EF709B}" dt="2026-08-03T16:16:41.631" v="1632" actId="478"/>
          <ac:picMkLst>
            <pc:docMk/>
            <pc:sldMk cId="0" sldId="257"/>
            <ac:picMk id="12" creationId="{A25434CD-395D-EA74-4B65-8566D30935B0}"/>
          </ac:picMkLst>
        </pc:picChg>
        <pc:picChg chg="add mod">
          <ac:chgData name="Oluwatosin Ayodele" userId="a8367082e9ab5402" providerId="LiveId" clId="{470A5ACE-1ED0-4AFC-9293-9D5F93EF709B}" dt="2026-08-03T16:16:56.377" v="1638" actId="1076"/>
          <ac:picMkLst>
            <pc:docMk/>
            <pc:sldMk cId="0" sldId="257"/>
            <ac:picMk id="14" creationId="{AD506CA6-459C-8F2D-5D5E-79A39124062F}"/>
          </ac:picMkLst>
        </pc:picChg>
        <pc:picChg chg="add mod modCrop">
          <ac:chgData name="Oluwatosin Ayodele" userId="a8367082e9ab5402" providerId="LiveId" clId="{470A5ACE-1ED0-4AFC-9293-9D5F93EF709B}" dt="2026-08-03T16:18:25.588" v="1648" actId="14100"/>
          <ac:picMkLst>
            <pc:docMk/>
            <pc:sldMk cId="0" sldId="257"/>
            <ac:picMk id="16" creationId="{294AD455-9049-170C-4FA8-146E6F708E45}"/>
          </ac:picMkLst>
        </pc:picChg>
        <pc:picChg chg="add del">
          <ac:chgData name="Oluwatosin Ayodele" userId="a8367082e9ab5402" providerId="LiveId" clId="{470A5ACE-1ED0-4AFC-9293-9D5F93EF709B}" dt="2026-08-03T16:20:12.874" v="1650" actId="478"/>
          <ac:picMkLst>
            <pc:docMk/>
            <pc:sldMk cId="0" sldId="257"/>
            <ac:picMk id="17" creationId="{41E6CAB6-A94F-DE25-B555-61F37EC14D0B}"/>
          </ac:picMkLst>
        </pc:picChg>
        <pc:picChg chg="add mod">
          <ac:chgData name="Oluwatosin Ayodele" userId="a8367082e9ab5402" providerId="LiveId" clId="{470A5ACE-1ED0-4AFC-9293-9D5F93EF709B}" dt="2026-08-03T16:20:33.199" v="1659" actId="14100"/>
          <ac:picMkLst>
            <pc:docMk/>
            <pc:sldMk cId="0" sldId="257"/>
            <ac:picMk id="18" creationId="{B316DC66-A520-93A0-1DA0-C5C2BFF72232}"/>
          </ac:picMkLst>
        </pc:picChg>
      </pc:sldChg>
      <pc:sldChg chg="addSp delSp modSp mod setBg chgLayout">
        <pc:chgData name="Oluwatosin Ayodele" userId="a8367082e9ab5402" providerId="LiveId" clId="{470A5ACE-1ED0-4AFC-9293-9D5F93EF709B}" dt="2026-08-03T17:02:46.048" v="1975" actId="1076"/>
        <pc:sldMkLst>
          <pc:docMk/>
          <pc:sldMk cId="0" sldId="258"/>
        </pc:sldMkLst>
        <pc:spChg chg="mod ord">
          <ac:chgData name="Oluwatosin Ayodele" userId="a8367082e9ab5402" providerId="LiveId" clId="{470A5ACE-1ED0-4AFC-9293-9D5F93EF709B}" dt="2026-08-03T12:46:23.748" v="206" actId="70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Oluwatosin Ayodele" userId="a8367082e9ab5402" providerId="LiveId" clId="{470A5ACE-1ED0-4AFC-9293-9D5F93EF709B}" dt="2026-08-03T17:02:40.968" v="1974" actId="20577"/>
          <ac:spMkLst>
            <pc:docMk/>
            <pc:sldMk cId="0" sldId="258"/>
            <ac:spMk id="3" creationId="{00000000-0000-0000-0000-000000000000}"/>
          </ac:spMkLst>
        </pc:spChg>
        <pc:graphicFrameChg chg="add mod modGraphic">
          <ac:chgData name="Oluwatosin Ayodele" userId="a8367082e9ab5402" providerId="LiveId" clId="{470A5ACE-1ED0-4AFC-9293-9D5F93EF709B}" dt="2026-08-03T12:45:18.693" v="196" actId="14100"/>
          <ac:graphicFrameMkLst>
            <pc:docMk/>
            <pc:sldMk cId="0" sldId="258"/>
            <ac:graphicFrameMk id="5" creationId="{8B382F38-9D3D-8DFB-FA31-3C8DD82DF2CD}"/>
          </ac:graphicFrameMkLst>
        </pc:graphicFrameChg>
        <pc:graphicFrameChg chg="add del mod">
          <ac:chgData name="Oluwatosin Ayodele" userId="a8367082e9ab5402" providerId="LiveId" clId="{470A5ACE-1ED0-4AFC-9293-9D5F93EF709B}" dt="2026-08-03T12:44:15.791" v="188" actId="478"/>
          <ac:graphicFrameMkLst>
            <pc:docMk/>
            <pc:sldMk cId="0" sldId="258"/>
            <ac:graphicFrameMk id="6" creationId="{AD1173A1-8808-1E49-B6E5-C28161001314}"/>
          </ac:graphicFrameMkLst>
        </pc:graphicFrameChg>
        <pc:graphicFrameChg chg="add del mod">
          <ac:chgData name="Oluwatosin Ayodele" userId="a8367082e9ab5402" providerId="LiveId" clId="{470A5ACE-1ED0-4AFC-9293-9D5F93EF709B}" dt="2026-08-03T12:44:12.254" v="187" actId="478"/>
          <ac:graphicFrameMkLst>
            <pc:docMk/>
            <pc:sldMk cId="0" sldId="258"/>
            <ac:graphicFrameMk id="7" creationId="{48BA275A-E922-E711-76E4-3D930E505724}"/>
          </ac:graphicFrameMkLst>
        </pc:graphicFrameChg>
        <pc:graphicFrameChg chg="add mod modGraphic">
          <ac:chgData name="Oluwatosin Ayodele" userId="a8367082e9ab5402" providerId="LiveId" clId="{470A5ACE-1ED0-4AFC-9293-9D5F93EF709B}" dt="2026-08-03T12:45:43.061" v="204" actId="1076"/>
          <ac:graphicFrameMkLst>
            <pc:docMk/>
            <pc:sldMk cId="0" sldId="258"/>
            <ac:graphicFrameMk id="8" creationId="{70CE9E58-0D78-11D8-E27B-71AA163202A3}"/>
          </ac:graphicFrameMkLst>
        </pc:graphicFrameChg>
        <pc:picChg chg="add mod">
          <ac:chgData name="Oluwatosin Ayodele" userId="a8367082e9ab5402" providerId="LiveId" clId="{470A5ACE-1ED0-4AFC-9293-9D5F93EF709B}" dt="2026-08-03T17:02:46.048" v="1975" actId="1076"/>
          <ac:picMkLst>
            <pc:docMk/>
            <pc:sldMk cId="0" sldId="258"/>
            <ac:picMk id="4" creationId="{C5711E68-2CE9-98EC-6E50-51C98E3BEDA8}"/>
          </ac:picMkLst>
        </pc:picChg>
      </pc:sldChg>
      <pc:sldChg chg="addSp delSp modSp mod setBg">
        <pc:chgData name="Oluwatosin Ayodele" userId="a8367082e9ab5402" providerId="LiveId" clId="{470A5ACE-1ED0-4AFC-9293-9D5F93EF709B}" dt="2026-08-03T17:00:03.490" v="1943" actId="207"/>
        <pc:sldMkLst>
          <pc:docMk/>
          <pc:sldMk cId="0" sldId="259"/>
        </pc:sldMkLst>
        <pc:spChg chg="mod">
          <ac:chgData name="Oluwatosin Ayodele" userId="a8367082e9ab5402" providerId="LiveId" clId="{470A5ACE-1ED0-4AFC-9293-9D5F93EF709B}" dt="2026-08-03T15:17:59.778" v="1194" actId="107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Oluwatosin Ayodele" userId="a8367082e9ab5402" providerId="LiveId" clId="{470A5ACE-1ED0-4AFC-9293-9D5F93EF709B}" dt="2026-08-03T15:25:25.938" v="1302" actId="20577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Oluwatosin Ayodele" userId="a8367082e9ab5402" providerId="LiveId" clId="{470A5ACE-1ED0-4AFC-9293-9D5F93EF709B}" dt="2026-08-03T15:12:42.691" v="1166" actId="478"/>
          <ac:spMkLst>
            <pc:docMk/>
            <pc:sldMk cId="0" sldId="259"/>
            <ac:spMk id="5" creationId="{F36C8DA9-02B0-2569-3125-46A0752EA134}"/>
          </ac:spMkLst>
        </pc:spChg>
        <pc:spChg chg="mod">
          <ac:chgData name="Oluwatosin Ayodele" userId="a8367082e9ab5402" providerId="LiveId" clId="{470A5ACE-1ED0-4AFC-9293-9D5F93EF709B}" dt="2026-08-03T17:00:03.490" v="1943" actId="207"/>
          <ac:spMkLst>
            <pc:docMk/>
            <pc:sldMk cId="0" sldId="259"/>
            <ac:spMk id="9" creationId="{2714EB85-21FF-8737-AA04-EBE5883BE8E9}"/>
          </ac:spMkLst>
        </pc:spChg>
        <pc:spChg chg="add del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13" creationId="{DB691D59-8F51-4DD8-AD41-D568D29B08F8}"/>
          </ac:spMkLst>
        </pc:spChg>
        <pc:spChg chg="add del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15" creationId="{204AEF18-0627-48F3-9B3D-F7E8F050B1D4}"/>
          </ac:spMkLst>
        </pc:spChg>
        <pc:spChg chg="add del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17" creationId="{CEAEE08A-C572-438F-9753-B0D527A515A7}"/>
          </ac:spMkLst>
        </pc:spChg>
        <pc:spChg chg="add">
          <ac:chgData name="Oluwatosin Ayodele" userId="a8367082e9ab5402" providerId="LiveId" clId="{470A5ACE-1ED0-4AFC-9293-9D5F93EF709B}" dt="2026-08-03T15:15:02.800" v="1181" actId="26606"/>
          <ac:spMkLst>
            <pc:docMk/>
            <pc:sldMk cId="0" sldId="259"/>
            <ac:spMk id="19" creationId="{DB93146F-62ED-4C59-844C-0935D0FB5031}"/>
          </ac:spMkLst>
        </pc:spChg>
        <pc:spChg chg="add del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21" creationId="{BF3D65BA-1C65-40FB-92EF-83951BDC1D7C}"/>
          </ac:spMkLst>
        </pc:spChg>
        <pc:spChg chg="add">
          <ac:chgData name="Oluwatosin Ayodele" userId="a8367082e9ab5402" providerId="LiveId" clId="{470A5ACE-1ED0-4AFC-9293-9D5F93EF709B}" dt="2026-08-03T15:15:02.800" v="1181" actId="26606"/>
          <ac:spMkLst>
            <pc:docMk/>
            <pc:sldMk cId="0" sldId="259"/>
            <ac:spMk id="23" creationId="{ADF52CCA-FCDD-49A0-BFFC-3BD41F1B827A}"/>
          </ac:spMkLst>
        </pc:spChg>
        <pc:spChg chg="add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28" creationId="{DB691D59-8F51-4DD8-AD41-D568D29B08F8}"/>
          </ac:spMkLst>
        </pc:spChg>
        <pc:spChg chg="add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30" creationId="{204AEF18-0627-48F3-9B3D-F7E8F050B1D4}"/>
          </ac:spMkLst>
        </pc:spChg>
        <pc:spChg chg="add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32" creationId="{CEAEE08A-C572-438F-9753-B0D527A515A7}"/>
          </ac:spMkLst>
        </pc:spChg>
        <pc:spChg chg="add">
          <ac:chgData name="Oluwatosin Ayodele" userId="a8367082e9ab5402" providerId="LiveId" clId="{470A5ACE-1ED0-4AFC-9293-9D5F93EF709B}" dt="2026-08-03T15:15:10.468" v="1183" actId="26606"/>
          <ac:spMkLst>
            <pc:docMk/>
            <pc:sldMk cId="0" sldId="259"/>
            <ac:spMk id="34" creationId="{DB93146F-62ED-4C59-844C-0935D0FB5031}"/>
          </ac:spMkLst>
        </pc:spChg>
        <pc:picChg chg="add del">
          <ac:chgData name="Oluwatosin Ayodele" userId="a8367082e9ab5402" providerId="LiveId" clId="{470A5ACE-1ED0-4AFC-9293-9D5F93EF709B}" dt="2026-08-03T15:14:52.136" v="1180" actId="478"/>
          <ac:picMkLst>
            <pc:docMk/>
            <pc:sldMk cId="0" sldId="259"/>
            <ac:picMk id="7" creationId="{665155F3-7B6E-C8B7-9E3E-6388875D43A7}"/>
          </ac:picMkLst>
        </pc:picChg>
        <pc:picChg chg="add mod ord modCrop">
          <ac:chgData name="Oluwatosin Ayodele" userId="a8367082e9ab5402" providerId="LiveId" clId="{470A5ACE-1ED0-4AFC-9293-9D5F93EF709B}" dt="2026-08-03T15:15:22.217" v="1186" actId="1076"/>
          <ac:picMkLst>
            <pc:docMk/>
            <pc:sldMk cId="0" sldId="259"/>
            <ac:picMk id="8" creationId="{F3DAD96C-444C-D816-3802-558F220A6770}"/>
          </ac:picMkLst>
        </pc:picChg>
      </pc:sldChg>
      <pc:sldChg chg="addSp modSp mod ord">
        <pc:chgData name="Oluwatosin Ayodele" userId="a8367082e9ab5402" providerId="LiveId" clId="{470A5ACE-1ED0-4AFC-9293-9D5F93EF709B}" dt="2026-08-03T18:42:24.052" v="2373" actId="1035"/>
        <pc:sldMkLst>
          <pc:docMk/>
          <pc:sldMk cId="0" sldId="260"/>
        </pc:sldMkLst>
        <pc:spChg chg="mod">
          <ac:chgData name="Oluwatosin Ayodele" userId="a8367082e9ab5402" providerId="LiveId" clId="{470A5ACE-1ED0-4AFC-9293-9D5F93EF709B}" dt="2026-08-03T15:40:29.528" v="1318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Oluwatosin Ayodele" userId="a8367082e9ab5402" providerId="LiveId" clId="{470A5ACE-1ED0-4AFC-9293-9D5F93EF709B}" dt="2026-08-03T18:42:24.052" v="2373" actId="1035"/>
          <ac:spMkLst>
            <pc:docMk/>
            <pc:sldMk cId="0" sldId="260"/>
            <ac:spMk id="3" creationId="{00000000-0000-0000-0000-000000000000}"/>
          </ac:spMkLst>
        </pc:spChg>
        <pc:spChg chg="mod">
          <ac:chgData name="Oluwatosin Ayodele" userId="a8367082e9ab5402" providerId="LiveId" clId="{470A5ACE-1ED0-4AFC-9293-9D5F93EF709B}" dt="2026-08-03T17:00:33.338" v="1945" actId="1076"/>
          <ac:spMkLst>
            <pc:docMk/>
            <pc:sldMk cId="0" sldId="260"/>
            <ac:spMk id="6" creationId="{D684959B-6140-10A6-FF7E-1A26F2CD4379}"/>
          </ac:spMkLst>
        </pc:spChg>
        <pc:picChg chg="add mod modCrop">
          <ac:chgData name="Oluwatosin Ayodele" userId="a8367082e9ab5402" providerId="LiveId" clId="{470A5ACE-1ED0-4AFC-9293-9D5F93EF709B}" dt="2026-08-03T15:28:47.422" v="1317" actId="14100"/>
          <ac:picMkLst>
            <pc:docMk/>
            <pc:sldMk cId="0" sldId="260"/>
            <ac:picMk id="5" creationId="{8AC420F2-E14C-D875-329D-AF13AAC2F6CF}"/>
          </ac:picMkLst>
        </pc:picChg>
      </pc:sldChg>
      <pc:sldChg chg="addSp delSp modSp mod">
        <pc:chgData name="Oluwatosin Ayodele" userId="a8367082e9ab5402" providerId="LiveId" clId="{470A5ACE-1ED0-4AFC-9293-9D5F93EF709B}" dt="2026-08-03T18:45:12.394" v="2375" actId="1038"/>
        <pc:sldMkLst>
          <pc:docMk/>
          <pc:sldMk cId="0" sldId="261"/>
        </pc:sldMkLst>
        <pc:spChg chg="mod">
          <ac:chgData name="Oluwatosin Ayodele" userId="a8367082e9ab5402" providerId="LiveId" clId="{470A5ACE-1ED0-4AFC-9293-9D5F93EF709B}" dt="2026-08-03T16:43:10" v="1812" actId="20577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Oluwatosin Ayodele" userId="a8367082e9ab5402" providerId="LiveId" clId="{470A5ACE-1ED0-4AFC-9293-9D5F93EF709B}" dt="2026-08-03T16:30:45.615" v="1732" actId="478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Oluwatosin Ayodele" userId="a8367082e9ab5402" providerId="LiveId" clId="{470A5ACE-1ED0-4AFC-9293-9D5F93EF709B}" dt="2026-08-03T16:25:28.238" v="1682" actId="5793"/>
          <ac:spMkLst>
            <pc:docMk/>
            <pc:sldMk cId="0" sldId="261"/>
            <ac:spMk id="12" creationId="{4918CA1A-A80D-4C93-1086-294FB1A91180}"/>
          </ac:spMkLst>
        </pc:spChg>
        <pc:spChg chg="mod">
          <ac:chgData name="Oluwatosin Ayodele" userId="a8367082e9ab5402" providerId="LiveId" clId="{470A5ACE-1ED0-4AFC-9293-9D5F93EF709B}" dt="2026-08-03T18:45:12.394" v="2375" actId="1038"/>
          <ac:spMkLst>
            <pc:docMk/>
            <pc:sldMk cId="0" sldId="261"/>
            <ac:spMk id="35" creationId="{ACB42858-42A9-A705-282B-BE0AFAEDE378}"/>
          </ac:spMkLst>
        </pc:sp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4" creationId="{2EECC007-3DA1-B2E2-0756-0FB7058F0E39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5" creationId="{A5987E27-D8F5-9B59-46DA-C3A3B1BBF10A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6" creationId="{0E832F1F-E240-16BF-6A97-197C29E8D848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7" creationId="{07D8B946-894F-860F-9F26-1F4183D7A5C4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8" creationId="{F9A062FC-9060-8600-DFB1-FC03E0CD0966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9" creationId="{BB4AF5BB-5DF1-B381-D1A4-9CA891DF1303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10" creationId="{0BD6CFED-D400-309C-A613-91ECA16B6275}"/>
          </ac:graphicFrameMkLst>
        </pc:graphicFrameChg>
        <pc:graphicFrameChg chg="add mod">
          <ac:chgData name="Oluwatosin Ayodele" userId="a8367082e9ab5402" providerId="LiveId" clId="{470A5ACE-1ED0-4AFC-9293-9D5F93EF709B}" dt="2026-08-03T16:25:11.452" v="1678"/>
          <ac:graphicFrameMkLst>
            <pc:docMk/>
            <pc:sldMk cId="0" sldId="261"/>
            <ac:graphicFrameMk id="11" creationId="{C66F5F5E-26EF-837F-FE28-241C3E38CB52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3" creationId="{851A3DE0-3CB6-9ACC-37CE-1A32B68D4A60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4" creationId="{9E5B67E4-018A-3879-D592-ACE9CB4AA6FD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5" creationId="{E83F18AE-1F8F-F91A-2682-108260699CA0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6" creationId="{B03DA286-1F24-3572-EA60-51DFE8C0C6FD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7" creationId="{775507D6-4E3E-E4A6-78A6-AA638CD44690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8" creationId="{25AFDBAA-0D97-064E-7A20-A91858608EE9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19" creationId="{6E00C04C-7903-347B-F1B7-34A95B7146FC}"/>
          </ac:graphicFrameMkLst>
        </pc:graphicFrameChg>
        <pc:graphicFrameChg chg="add mod">
          <ac:chgData name="Oluwatosin Ayodele" userId="a8367082e9ab5402" providerId="LiveId" clId="{470A5ACE-1ED0-4AFC-9293-9D5F93EF709B}" dt="2026-08-03T16:25:29.727" v="1683"/>
          <ac:graphicFrameMkLst>
            <pc:docMk/>
            <pc:sldMk cId="0" sldId="261"/>
            <ac:graphicFrameMk id="20" creationId="{3AF92861-BB4B-C2E8-1253-CCDAC3C4C348}"/>
          </ac:graphicFrameMkLst>
        </pc:graphicFrameChg>
        <pc:graphicFrameChg chg="add del mod">
          <ac:chgData name="Oluwatosin Ayodele" userId="a8367082e9ab5402" providerId="LiveId" clId="{470A5ACE-1ED0-4AFC-9293-9D5F93EF709B}" dt="2026-08-03T16:31:49.036" v="1733" actId="478"/>
          <ac:graphicFrameMkLst>
            <pc:docMk/>
            <pc:sldMk cId="0" sldId="261"/>
            <ac:graphicFrameMk id="21" creationId="{8FFFCB0A-EA3B-C2DF-33EB-66D3AAB22400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31:52.617" v="1734" actId="478"/>
          <ac:graphicFrameMkLst>
            <pc:docMk/>
            <pc:sldMk cId="0" sldId="261"/>
            <ac:graphicFrameMk id="22" creationId="{D65B9386-0481-CB15-24D4-3BC91733985C}"/>
          </ac:graphicFrameMkLst>
        </pc:graphicFrameChg>
        <pc:graphicFrameChg chg="add del mod">
          <ac:chgData name="Oluwatosin Ayodele" userId="a8367082e9ab5402" providerId="LiveId" clId="{470A5ACE-1ED0-4AFC-9293-9D5F93EF709B}" dt="2026-08-03T16:31:55.479" v="1735" actId="478"/>
          <ac:graphicFrameMkLst>
            <pc:docMk/>
            <pc:sldMk cId="0" sldId="261"/>
            <ac:graphicFrameMk id="23" creationId="{CAFFC385-ED18-A2B4-D1CE-6EBF03DD66F5}"/>
          </ac:graphicFrameMkLst>
        </pc:graphicFrameChg>
        <pc:graphicFrameChg chg="add del mod">
          <ac:chgData name="Oluwatosin Ayodele" userId="a8367082e9ab5402" providerId="LiveId" clId="{470A5ACE-1ED0-4AFC-9293-9D5F93EF709B}" dt="2026-08-03T16:27:42.660" v="1709" actId="21"/>
          <ac:graphicFrameMkLst>
            <pc:docMk/>
            <pc:sldMk cId="0" sldId="261"/>
            <ac:graphicFrameMk id="24" creationId="{912DE70B-1195-8D73-9952-1F530D0CF976}"/>
          </ac:graphicFrameMkLst>
        </pc:graphicFrameChg>
        <pc:graphicFrameChg chg="add del mod">
          <ac:chgData name="Oluwatosin Ayodele" userId="a8367082e9ab5402" providerId="LiveId" clId="{470A5ACE-1ED0-4AFC-9293-9D5F93EF709B}" dt="2026-08-03T16:27:42.660" v="1709" actId="21"/>
          <ac:graphicFrameMkLst>
            <pc:docMk/>
            <pc:sldMk cId="0" sldId="261"/>
            <ac:graphicFrameMk id="25" creationId="{711D09A2-74CB-D3D4-FF54-D88C721AC81E}"/>
          </ac:graphicFrameMkLst>
        </pc:graphicFrameChg>
        <pc:graphicFrameChg chg="add del mod">
          <ac:chgData name="Oluwatosin Ayodele" userId="a8367082e9ab5402" providerId="LiveId" clId="{470A5ACE-1ED0-4AFC-9293-9D5F93EF709B}" dt="2026-08-03T16:27:42.660" v="1709" actId="21"/>
          <ac:graphicFrameMkLst>
            <pc:docMk/>
            <pc:sldMk cId="0" sldId="261"/>
            <ac:graphicFrameMk id="26" creationId="{D93E0EEB-6DFB-5AB4-1E0A-8525393AA8FD}"/>
          </ac:graphicFrameMkLst>
        </pc:graphicFrameChg>
        <pc:graphicFrameChg chg="add del mod">
          <ac:chgData name="Oluwatosin Ayodele" userId="a8367082e9ab5402" providerId="LiveId" clId="{470A5ACE-1ED0-4AFC-9293-9D5F93EF709B}" dt="2026-08-03T16:26:03.899" v="1689" actId="478"/>
          <ac:graphicFrameMkLst>
            <pc:docMk/>
            <pc:sldMk cId="0" sldId="261"/>
            <ac:graphicFrameMk id="27" creationId="{CDD723FA-583F-581E-488C-912E0C587ECD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25:59.935" v="1688" actId="478"/>
          <ac:graphicFrameMkLst>
            <pc:docMk/>
            <pc:sldMk cId="0" sldId="261"/>
            <ac:graphicFrameMk id="28" creationId="{04EDA63D-5992-E8D4-56DB-4FF961C4D45D}"/>
          </ac:graphicFrameMkLst>
        </pc:graphicFrameChg>
        <pc:graphicFrameChg chg="add mod modGraphic">
          <ac:chgData name="Oluwatosin Ayodele" userId="a8367082e9ab5402" providerId="LiveId" clId="{470A5ACE-1ED0-4AFC-9293-9D5F93EF709B}" dt="2026-08-03T16:54:52.114" v="1907" actId="14100"/>
          <ac:graphicFrameMkLst>
            <pc:docMk/>
            <pc:sldMk cId="0" sldId="261"/>
            <ac:graphicFrameMk id="29" creationId="{FA0EA604-EFB1-72BA-AB44-EE85B57A2547}"/>
          </ac:graphicFrameMkLst>
        </pc:graphicFrameChg>
        <pc:graphicFrameChg chg="add mod modGraphic">
          <ac:chgData name="Oluwatosin Ayodele" userId="a8367082e9ab5402" providerId="LiveId" clId="{470A5ACE-1ED0-4AFC-9293-9D5F93EF709B}" dt="2026-08-03T16:54:24.634" v="1894" actId="2711"/>
          <ac:graphicFrameMkLst>
            <pc:docMk/>
            <pc:sldMk cId="0" sldId="261"/>
            <ac:graphicFrameMk id="30" creationId="{A9DE0D43-FBF4-1EAC-4C43-37C1B2ABB1E6}"/>
          </ac:graphicFrameMkLst>
        </pc:graphicFrameChg>
        <pc:graphicFrameChg chg="add mod modGraphic">
          <ac:chgData name="Oluwatosin Ayodele" userId="a8367082e9ab5402" providerId="LiveId" clId="{470A5ACE-1ED0-4AFC-9293-9D5F93EF709B}" dt="2026-08-03T16:54:17.726" v="1893" actId="2711"/>
          <ac:graphicFrameMkLst>
            <pc:docMk/>
            <pc:sldMk cId="0" sldId="261"/>
            <ac:graphicFrameMk id="31" creationId="{1AA32777-2647-453B-8BFD-15F8EA54697E}"/>
          </ac:graphicFrameMkLst>
        </pc:graphicFrameChg>
        <pc:graphicFrameChg chg="add mod modGraphic">
          <ac:chgData name="Oluwatosin Ayodele" userId="a8367082e9ab5402" providerId="LiveId" clId="{470A5ACE-1ED0-4AFC-9293-9D5F93EF709B}" dt="2026-08-03T16:54:12.320" v="1892" actId="2711"/>
          <ac:graphicFrameMkLst>
            <pc:docMk/>
            <pc:sldMk cId="0" sldId="261"/>
            <ac:graphicFrameMk id="32" creationId="{24A788CD-EC12-BA75-C601-ABC23A439187}"/>
          </ac:graphicFrameMkLst>
        </pc:graphicFrameChg>
        <pc:graphicFrameChg chg="add del mod">
          <ac:chgData name="Oluwatosin Ayodele" userId="a8367082e9ab5402" providerId="LiveId" clId="{470A5ACE-1ED0-4AFC-9293-9D5F93EF709B}" dt="2026-08-03T16:35:17.530" v="1772" actId="21"/>
          <ac:graphicFrameMkLst>
            <pc:docMk/>
            <pc:sldMk cId="0" sldId="261"/>
            <ac:graphicFrameMk id="33" creationId="{5D2186FB-7C96-E704-6907-CEECC6CCA4EB}"/>
          </ac:graphicFrameMkLst>
        </pc:graphicFrameChg>
        <pc:graphicFrameChg chg="add del mod">
          <ac:chgData name="Oluwatosin Ayodele" userId="a8367082e9ab5402" providerId="LiveId" clId="{470A5ACE-1ED0-4AFC-9293-9D5F93EF709B}" dt="2026-08-03T16:34:25.455" v="1762" actId="21"/>
          <ac:graphicFrameMkLst>
            <pc:docMk/>
            <pc:sldMk cId="0" sldId="261"/>
            <ac:graphicFrameMk id="34" creationId="{B9DE1E6C-812B-3F16-73AB-DC8E1AB98185}"/>
          </ac:graphicFrameMkLst>
        </pc:graphicFrameChg>
      </pc:sldChg>
      <pc:sldChg chg="del">
        <pc:chgData name="Oluwatosin Ayodele" userId="a8367082e9ab5402" providerId="LiveId" clId="{470A5ACE-1ED0-4AFC-9293-9D5F93EF709B}" dt="2026-08-03T16:55:21.240" v="1908" actId="47"/>
        <pc:sldMkLst>
          <pc:docMk/>
          <pc:sldMk cId="0" sldId="262"/>
        </pc:sldMkLst>
      </pc:sldChg>
      <pc:sldChg chg="addSp delSp modSp new mod setBg modClrScheme chgLayout">
        <pc:chgData name="Oluwatosin Ayodele" userId="a8367082e9ab5402" providerId="LiveId" clId="{470A5ACE-1ED0-4AFC-9293-9D5F93EF709B}" dt="2026-08-03T17:06:46.500" v="2012" actId="1038"/>
        <pc:sldMkLst>
          <pc:docMk/>
          <pc:sldMk cId="2746629447" sldId="263"/>
        </pc:sldMkLst>
        <pc:spChg chg="del">
          <ac:chgData name="Oluwatosin Ayodele" userId="a8367082e9ab5402" providerId="LiveId" clId="{470A5ACE-1ED0-4AFC-9293-9D5F93EF709B}" dt="2026-08-03T11:51:04.299" v="21" actId="478"/>
          <ac:spMkLst>
            <pc:docMk/>
            <pc:sldMk cId="2746629447" sldId="263"/>
            <ac:spMk id="2" creationId="{0271AEAD-7998-6CF2-7875-8229684A0842}"/>
          </ac:spMkLst>
        </pc:spChg>
        <pc:spChg chg="del">
          <ac:chgData name="Oluwatosin Ayodele" userId="a8367082e9ab5402" providerId="LiveId" clId="{470A5ACE-1ED0-4AFC-9293-9D5F93EF709B}" dt="2026-08-03T11:51:14" v="22" actId="478"/>
          <ac:spMkLst>
            <pc:docMk/>
            <pc:sldMk cId="2746629447" sldId="263"/>
            <ac:spMk id="3" creationId="{8D561E67-8E7E-CD03-D5B8-9D09C889F93A}"/>
          </ac:spMkLst>
        </pc:spChg>
        <pc:spChg chg="del">
          <ac:chgData name="Oluwatosin Ayodele" userId="a8367082e9ab5402" providerId="LiveId" clId="{470A5ACE-1ED0-4AFC-9293-9D5F93EF709B}" dt="2026-08-03T11:51:00.095" v="20" actId="478"/>
          <ac:spMkLst>
            <pc:docMk/>
            <pc:sldMk cId="2746629447" sldId="263"/>
            <ac:spMk id="4" creationId="{A0354FDB-7239-D004-E572-08719ACC444F}"/>
          </ac:spMkLst>
        </pc:spChg>
        <pc:spChg chg="add mod">
          <ac:chgData name="Oluwatosin Ayodele" userId="a8367082e9ab5402" providerId="LiveId" clId="{470A5ACE-1ED0-4AFC-9293-9D5F93EF709B}" dt="2026-08-03T15:53:15.992" v="1444" actId="14100"/>
          <ac:spMkLst>
            <pc:docMk/>
            <pc:sldMk cId="2746629447" sldId="263"/>
            <ac:spMk id="5" creationId="{F17CC227-22E4-680A-3922-035713AE17EB}"/>
          </ac:spMkLst>
        </pc:spChg>
        <pc:spChg chg="add del mod">
          <ac:chgData name="Oluwatosin Ayodele" userId="a8367082e9ab5402" providerId="LiveId" clId="{470A5ACE-1ED0-4AFC-9293-9D5F93EF709B}" dt="2026-08-03T15:49:16.684" v="1400" actId="26606"/>
          <ac:spMkLst>
            <pc:docMk/>
            <pc:sldMk cId="2746629447" sldId="263"/>
            <ac:spMk id="6" creationId="{9DBA4EC6-1114-B3E6-4B2C-B3D7191033AA}"/>
          </ac:spMkLst>
        </pc:spChg>
        <pc:spChg chg="add del mod">
          <ac:chgData name="Oluwatosin Ayodele" userId="a8367082e9ab5402" providerId="LiveId" clId="{470A5ACE-1ED0-4AFC-9293-9D5F93EF709B}" dt="2026-08-03T15:58:54.327" v="1475" actId="478"/>
          <ac:spMkLst>
            <pc:docMk/>
            <pc:sldMk cId="2746629447" sldId="263"/>
            <ac:spMk id="18" creationId="{2B372405-6425-8DB9-B830-4F020F79E170}"/>
          </ac:spMkLst>
        </pc:spChg>
        <pc:spChg chg="add del mod">
          <ac:chgData name="Oluwatosin Ayodele" userId="a8367082e9ab5402" providerId="LiveId" clId="{470A5ACE-1ED0-4AFC-9293-9D5F93EF709B}" dt="2026-08-03T15:59:33.740" v="1482" actId="478"/>
          <ac:spMkLst>
            <pc:docMk/>
            <pc:sldMk cId="2746629447" sldId="263"/>
            <ac:spMk id="22" creationId="{398849AB-BF21-A942-059B-7670575B9C8A}"/>
          </ac:spMkLst>
        </pc:spChg>
        <pc:graphicFrameChg chg="add del mod">
          <ac:chgData name="Oluwatosin Ayodele" userId="a8367082e9ab5402" providerId="LiveId" clId="{470A5ACE-1ED0-4AFC-9293-9D5F93EF709B}" dt="2026-08-03T15:58:51.587" v="1474" actId="21"/>
          <ac:graphicFrameMkLst>
            <pc:docMk/>
            <pc:sldMk cId="2746629447" sldId="263"/>
            <ac:graphicFrameMk id="8" creationId="{F1A60514-9545-7DBB-5E58-F7DE20A55D8F}"/>
          </ac:graphicFrameMkLst>
        </pc:graphicFrameChg>
        <pc:graphicFrameChg chg="add del mod">
          <ac:chgData name="Oluwatosin Ayodele" userId="a8367082e9ab5402" providerId="LiveId" clId="{470A5ACE-1ED0-4AFC-9293-9D5F93EF709B}" dt="2026-08-03T15:59:23.057" v="1481" actId="21"/>
          <ac:graphicFrameMkLst>
            <pc:docMk/>
            <pc:sldMk cId="2746629447" sldId="263"/>
            <ac:graphicFrameMk id="19" creationId="{F1A60514-9545-7DBB-5E58-F7DE20A55D8F}"/>
          </ac:graphicFrameMkLst>
        </pc:graphicFrameChg>
        <pc:graphicFrameChg chg="add del mod">
          <ac:chgData name="Oluwatosin Ayodele" userId="a8367082e9ab5402" providerId="LiveId" clId="{470A5ACE-1ED0-4AFC-9293-9D5F93EF709B}" dt="2026-08-03T16:00:54.451" v="1494" actId="21"/>
          <ac:graphicFrameMkLst>
            <pc:docMk/>
            <pc:sldMk cId="2746629447" sldId="263"/>
            <ac:graphicFrameMk id="20" creationId="{BAA7BBEA-39C1-51E1-C8BC-5AB4049813C3}"/>
          </ac:graphicFrameMkLst>
        </pc:graphicFrameChg>
        <pc:graphicFrameChg chg="add mod modGraphic">
          <ac:chgData name="Oluwatosin Ayodele" userId="a8367082e9ab5402" providerId="LiveId" clId="{470A5ACE-1ED0-4AFC-9293-9D5F93EF709B}" dt="2026-08-03T17:06:04.977" v="1997" actId="1076"/>
          <ac:graphicFrameMkLst>
            <pc:docMk/>
            <pc:sldMk cId="2746629447" sldId="263"/>
            <ac:graphicFrameMk id="26" creationId="{99AC9316-79DE-AB69-6C24-934EBD1D940C}"/>
          </ac:graphicFrameMkLst>
        </pc:graphicFrameChg>
        <pc:picChg chg="add del mod">
          <ac:chgData name="Oluwatosin Ayodele" userId="a8367082e9ab5402" providerId="LiveId" clId="{470A5ACE-1ED0-4AFC-9293-9D5F93EF709B}" dt="2026-08-03T16:06:26.548" v="1562" actId="478"/>
          <ac:picMkLst>
            <pc:docMk/>
            <pc:sldMk cId="2746629447" sldId="263"/>
            <ac:picMk id="7" creationId="{65E01512-B6E1-C611-D7EA-C7A1D6BDE598}"/>
          </ac:picMkLst>
        </pc:picChg>
        <pc:picChg chg="add del mod">
          <ac:chgData name="Oluwatosin Ayodele" userId="a8367082e9ab5402" providerId="LiveId" clId="{470A5ACE-1ED0-4AFC-9293-9D5F93EF709B}" dt="2026-08-03T16:06:26.548" v="1562" actId="478"/>
          <ac:picMkLst>
            <pc:docMk/>
            <pc:sldMk cId="2746629447" sldId="263"/>
            <ac:picMk id="9" creationId="{9CF46DCB-BA3A-1507-5DBF-FAAE4C1B3974}"/>
          </ac:picMkLst>
        </pc:picChg>
        <pc:picChg chg="add del mod">
          <ac:chgData name="Oluwatosin Ayodele" userId="a8367082e9ab5402" providerId="LiveId" clId="{470A5ACE-1ED0-4AFC-9293-9D5F93EF709B}" dt="2026-08-03T16:06:26.548" v="1562" actId="478"/>
          <ac:picMkLst>
            <pc:docMk/>
            <pc:sldMk cId="2746629447" sldId="263"/>
            <ac:picMk id="10" creationId="{565F2D76-4117-ECB8-2504-5E9C745677D0}"/>
          </ac:picMkLst>
        </pc:picChg>
        <pc:picChg chg="add del mod">
          <ac:chgData name="Oluwatosin Ayodele" userId="a8367082e9ab5402" providerId="LiveId" clId="{470A5ACE-1ED0-4AFC-9293-9D5F93EF709B}" dt="2026-08-03T16:06:26.548" v="1562" actId="478"/>
          <ac:picMkLst>
            <pc:docMk/>
            <pc:sldMk cId="2746629447" sldId="263"/>
            <ac:picMk id="11" creationId="{2CB98A43-32A2-1E43-D61D-AF7CA462B2CB}"/>
          </ac:picMkLst>
        </pc:picChg>
        <pc:picChg chg="add mod">
          <ac:chgData name="Oluwatosin Ayodele" userId="a8367082e9ab5402" providerId="LiveId" clId="{470A5ACE-1ED0-4AFC-9293-9D5F93EF709B}" dt="2026-08-03T15:52:06.720" v="1434" actId="1076"/>
          <ac:picMkLst>
            <pc:docMk/>
            <pc:sldMk cId="2746629447" sldId="263"/>
            <ac:picMk id="12" creationId="{BCE5EEE3-0FD5-C2C6-41B5-D9FA2E7D6264}"/>
          </ac:picMkLst>
        </pc:picChg>
        <pc:picChg chg="add mod">
          <ac:chgData name="Oluwatosin Ayodele" userId="a8367082e9ab5402" providerId="LiveId" clId="{470A5ACE-1ED0-4AFC-9293-9D5F93EF709B}" dt="2026-08-03T15:52:59.943" v="1440" actId="1076"/>
          <ac:picMkLst>
            <pc:docMk/>
            <pc:sldMk cId="2746629447" sldId="263"/>
            <ac:picMk id="13" creationId="{510A7E61-69F2-5D41-AF53-9338F1B7C797}"/>
          </ac:picMkLst>
        </pc:picChg>
        <pc:picChg chg="add del mod">
          <ac:chgData name="Oluwatosin Ayodele" userId="a8367082e9ab5402" providerId="LiveId" clId="{470A5ACE-1ED0-4AFC-9293-9D5F93EF709B}" dt="2026-08-03T15:57:43.057" v="1465" actId="21"/>
          <ac:picMkLst>
            <pc:docMk/>
            <pc:sldMk cId="2746629447" sldId="263"/>
            <ac:picMk id="14" creationId="{5B77BEA5-A93E-83B3-E447-E697E9090927}"/>
          </ac:picMkLst>
        </pc:picChg>
        <pc:picChg chg="add mod">
          <ac:chgData name="Oluwatosin Ayodele" userId="a8367082e9ab5402" providerId="LiveId" clId="{470A5ACE-1ED0-4AFC-9293-9D5F93EF709B}" dt="2026-08-03T16:02:24.414" v="1503"/>
          <ac:picMkLst>
            <pc:docMk/>
            <pc:sldMk cId="2746629447" sldId="263"/>
            <ac:picMk id="15" creationId="{9ECA74A0-AB04-CC96-3C99-AD45C9490D3A}"/>
          </ac:picMkLst>
        </pc:picChg>
        <pc:picChg chg="add del">
          <ac:chgData name="Oluwatosin Ayodele" userId="a8367082e9ab5402" providerId="LiveId" clId="{470A5ACE-1ED0-4AFC-9293-9D5F93EF709B}" dt="2026-08-03T15:57:34.757" v="1464" actId="478"/>
          <ac:picMkLst>
            <pc:docMk/>
            <pc:sldMk cId="2746629447" sldId="263"/>
            <ac:picMk id="16" creationId="{D65A55AB-6EB1-551A-C98B-460814706A02}"/>
          </ac:picMkLst>
        </pc:picChg>
        <pc:picChg chg="add mod">
          <ac:chgData name="Oluwatosin Ayodele" userId="a8367082e9ab5402" providerId="LiveId" clId="{470A5ACE-1ED0-4AFC-9293-9D5F93EF709B}" dt="2026-08-03T17:05:46.485" v="1996" actId="1037"/>
          <ac:picMkLst>
            <pc:docMk/>
            <pc:sldMk cId="2746629447" sldId="263"/>
            <ac:picMk id="23" creationId="{10C8E118-B16E-96B2-F89E-855B96296CCE}"/>
          </ac:picMkLst>
        </pc:picChg>
        <pc:picChg chg="add mod">
          <ac:chgData name="Oluwatosin Ayodele" userId="a8367082e9ab5402" providerId="LiveId" clId="{470A5ACE-1ED0-4AFC-9293-9D5F93EF709B}" dt="2026-08-03T16:05:19.859" v="1548" actId="1037"/>
          <ac:picMkLst>
            <pc:docMk/>
            <pc:sldMk cId="2746629447" sldId="263"/>
            <ac:picMk id="24" creationId="{2F49EFA0-1C67-92F3-2045-4D472EEB44DA}"/>
          </ac:picMkLst>
        </pc:picChg>
        <pc:picChg chg="add mod">
          <ac:chgData name="Oluwatosin Ayodele" userId="a8367082e9ab5402" providerId="LiveId" clId="{470A5ACE-1ED0-4AFC-9293-9D5F93EF709B}" dt="2026-08-03T17:06:43.321" v="2009" actId="1038"/>
          <ac:picMkLst>
            <pc:docMk/>
            <pc:sldMk cId="2746629447" sldId="263"/>
            <ac:picMk id="28" creationId="{9F0498CB-FB1A-371C-7DC9-40A4D0CB6063}"/>
          </ac:picMkLst>
        </pc:picChg>
        <pc:picChg chg="add mod">
          <ac:chgData name="Oluwatosin Ayodele" userId="a8367082e9ab5402" providerId="LiveId" clId="{470A5ACE-1ED0-4AFC-9293-9D5F93EF709B}" dt="2026-08-03T17:06:46.500" v="2012" actId="1038"/>
          <ac:picMkLst>
            <pc:docMk/>
            <pc:sldMk cId="2746629447" sldId="263"/>
            <ac:picMk id="29" creationId="{75D09DA0-2E01-75E4-C586-669B7C80A7C4}"/>
          </ac:picMkLst>
        </pc:picChg>
        <pc:picChg chg="add mod">
          <ac:chgData name="Oluwatosin Ayodele" userId="a8367082e9ab5402" providerId="LiveId" clId="{470A5ACE-1ED0-4AFC-9293-9D5F93EF709B}" dt="2026-08-03T17:06:35.691" v="2000" actId="1076"/>
          <ac:picMkLst>
            <pc:docMk/>
            <pc:sldMk cId="2746629447" sldId="263"/>
            <ac:picMk id="30" creationId="{6B51AD22-E704-7A8D-F888-DD2802290529}"/>
          </ac:picMkLst>
        </pc:picChg>
        <pc:picChg chg="add mod">
          <ac:chgData name="Oluwatosin Ayodele" userId="a8367082e9ab5402" providerId="LiveId" clId="{470A5ACE-1ED0-4AFC-9293-9D5F93EF709B}" dt="2026-08-03T17:06:38.992" v="2001" actId="1076"/>
          <ac:picMkLst>
            <pc:docMk/>
            <pc:sldMk cId="2746629447" sldId="263"/>
            <ac:picMk id="31" creationId="{E5F5DD6B-98F6-34D5-5959-B96A7EE83AF1}"/>
          </ac:picMkLst>
        </pc:picChg>
        <pc:picChg chg="add mod">
          <ac:chgData name="Oluwatosin Ayodele" userId="a8367082e9ab5402" providerId="LiveId" clId="{470A5ACE-1ED0-4AFC-9293-9D5F93EF709B}" dt="2026-08-03T16:09:35.907" v="1581" actId="14100"/>
          <ac:picMkLst>
            <pc:docMk/>
            <pc:sldMk cId="2746629447" sldId="263"/>
            <ac:picMk id="32" creationId="{5E2D052C-DADD-A599-2D15-7A5AD7AFE27F}"/>
          </ac:picMkLst>
        </pc:picChg>
      </pc:sldChg>
      <pc:sldChg chg="addSp delSp modSp new mod setBg setClrOvrMap">
        <pc:chgData name="Oluwatosin Ayodele" userId="a8367082e9ab5402" providerId="LiveId" clId="{470A5ACE-1ED0-4AFC-9293-9D5F93EF709B}" dt="2026-08-03T17:15:39.485" v="2063" actId="207"/>
        <pc:sldMkLst>
          <pc:docMk/>
          <pc:sldMk cId="2739374064" sldId="264"/>
        </pc:sldMkLst>
        <pc:spChg chg="mod ord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2" creationId="{41DBD4CD-7116-C6B1-BC05-1F835BA7031D}"/>
          </ac:spMkLst>
        </pc:spChg>
        <pc:spChg chg="add del mod ord">
          <ac:chgData name="Oluwatosin Ayodele" userId="a8367082e9ab5402" providerId="LiveId" clId="{470A5ACE-1ED0-4AFC-9293-9D5F93EF709B}" dt="2026-08-03T17:14:24.635" v="2035" actId="20577"/>
          <ac:spMkLst>
            <pc:docMk/>
            <pc:sldMk cId="2739374064" sldId="264"/>
            <ac:spMk id="3" creationId="{2B880017-EE02-8D84-E336-E58FEA721DAB}"/>
          </ac:spMkLst>
        </pc:spChg>
        <pc:spChg chg="add del">
          <ac:chgData name="Oluwatosin Ayodele" userId="a8367082e9ab5402" providerId="LiveId" clId="{470A5ACE-1ED0-4AFC-9293-9D5F93EF709B}" dt="2026-08-03T12:47:06.627" v="241" actId="26606"/>
          <ac:spMkLst>
            <pc:docMk/>
            <pc:sldMk cId="2739374064" sldId="264"/>
            <ac:spMk id="9" creationId="{2928117C-9446-4E7F-AE62-95E0F6DB5B27}"/>
          </ac:spMkLst>
        </pc:spChg>
        <pc:spChg chg="add del">
          <ac:chgData name="Oluwatosin Ayodele" userId="a8367082e9ab5402" providerId="LiveId" clId="{470A5ACE-1ED0-4AFC-9293-9D5F93EF709B}" dt="2026-08-03T12:47:06.627" v="241" actId="26606"/>
          <ac:spMkLst>
            <pc:docMk/>
            <pc:sldMk cId="2739374064" sldId="264"/>
            <ac:spMk id="11" creationId="{84D30AFB-4D71-48B0-AA00-28EE92363A5F}"/>
          </ac:spMkLst>
        </pc:spChg>
        <pc:spChg chg="add del">
          <ac:chgData name="Oluwatosin Ayodele" userId="a8367082e9ab5402" providerId="LiveId" clId="{470A5ACE-1ED0-4AFC-9293-9D5F93EF709B}" dt="2026-08-03T12:51:29.925" v="278" actId="26606"/>
          <ac:spMkLst>
            <pc:docMk/>
            <pc:sldMk cId="2739374064" sldId="264"/>
            <ac:spMk id="12" creationId="{C019E968-1E55-45B0-AC00-6A85BB779B38}"/>
          </ac:spMkLst>
        </pc:spChg>
        <pc:spChg chg="add del">
          <ac:chgData name="Oluwatosin Ayodele" userId="a8367082e9ab5402" providerId="LiveId" clId="{470A5ACE-1ED0-4AFC-9293-9D5F93EF709B}" dt="2026-08-03T12:47:06.627" v="241" actId="26606"/>
          <ac:spMkLst>
            <pc:docMk/>
            <pc:sldMk cId="2739374064" sldId="264"/>
            <ac:spMk id="13" creationId="{96A0B76F-8010-4C62-B4B6-C5FC438C059E}"/>
          </ac:spMkLst>
        </pc:spChg>
        <pc:spChg chg="add del">
          <ac:chgData name="Oluwatosin Ayodele" userId="a8367082e9ab5402" providerId="LiveId" clId="{470A5ACE-1ED0-4AFC-9293-9D5F93EF709B}" dt="2026-08-03T12:51:29.925" v="278" actId="26606"/>
          <ac:spMkLst>
            <pc:docMk/>
            <pc:sldMk cId="2739374064" sldId="264"/>
            <ac:spMk id="14" creationId="{BD140164-8E19-4FEF-8643-59D66E583F8B}"/>
          </ac:spMkLst>
        </pc:spChg>
        <pc:spChg chg="add del">
          <ac:chgData name="Oluwatosin Ayodele" userId="a8367082e9ab5402" providerId="LiveId" clId="{470A5ACE-1ED0-4AFC-9293-9D5F93EF709B}" dt="2026-08-03T12:47:06.627" v="241" actId="26606"/>
          <ac:spMkLst>
            <pc:docMk/>
            <pc:sldMk cId="2739374064" sldId="264"/>
            <ac:spMk id="15" creationId="{9FC936C0-4624-438D-BDD0-6B296BD6409D}"/>
          </ac:spMkLst>
        </pc:spChg>
        <pc:spChg chg="add del">
          <ac:chgData name="Oluwatosin Ayodele" userId="a8367082e9ab5402" providerId="LiveId" clId="{470A5ACE-1ED0-4AFC-9293-9D5F93EF709B}" dt="2026-08-03T12:51:29.925" v="278" actId="26606"/>
          <ac:spMkLst>
            <pc:docMk/>
            <pc:sldMk cId="2739374064" sldId="264"/>
            <ac:spMk id="16" creationId="{00AB7A83-92F3-41CD-B4C9-CA06F9F45305}"/>
          </ac:spMkLst>
        </pc:spChg>
        <pc:spChg chg="add del">
          <ac:chgData name="Oluwatosin Ayodele" userId="a8367082e9ab5402" providerId="LiveId" clId="{470A5ACE-1ED0-4AFC-9293-9D5F93EF709B}" dt="2026-08-03T12:47:06.627" v="241" actId="26606"/>
          <ac:spMkLst>
            <pc:docMk/>
            <pc:sldMk cId="2739374064" sldId="264"/>
            <ac:spMk id="17" creationId="{F34F34AF-75E7-4149-A3CF-2E483C744F92}"/>
          </ac:spMkLst>
        </pc:spChg>
        <pc:spChg chg="add del">
          <ac:chgData name="Oluwatosin Ayodele" userId="a8367082e9ab5402" providerId="LiveId" clId="{470A5ACE-1ED0-4AFC-9293-9D5F93EF709B}" dt="2026-08-03T12:59:32.651" v="442" actId="26606"/>
          <ac:spMkLst>
            <pc:docMk/>
            <pc:sldMk cId="2739374064" sldId="264"/>
            <ac:spMk id="18" creationId="{C019E968-1E55-45B0-AC00-6A85BB779B38}"/>
          </ac:spMkLst>
        </pc:spChg>
        <pc:spChg chg="add del">
          <ac:chgData name="Oluwatosin Ayodele" userId="a8367082e9ab5402" providerId="LiveId" clId="{470A5ACE-1ED0-4AFC-9293-9D5F93EF709B}" dt="2026-08-03T12:59:32.651" v="442" actId="26606"/>
          <ac:spMkLst>
            <pc:docMk/>
            <pc:sldMk cId="2739374064" sldId="264"/>
            <ac:spMk id="20" creationId="{BD140164-8E19-4FEF-8643-59D66E583F8B}"/>
          </ac:spMkLst>
        </pc:spChg>
        <pc:spChg chg="add del">
          <ac:chgData name="Oluwatosin Ayodele" userId="a8367082e9ab5402" providerId="LiveId" clId="{470A5ACE-1ED0-4AFC-9293-9D5F93EF709B}" dt="2026-08-03T12:51:29.925" v="278" actId="26606"/>
          <ac:spMkLst>
            <pc:docMk/>
            <pc:sldMk cId="2739374064" sldId="264"/>
            <ac:spMk id="21" creationId="{E5D7150B-6F2A-4E47-81C4-35F35368ECF6}"/>
          </ac:spMkLst>
        </pc:spChg>
        <pc:spChg chg="add del">
          <ac:chgData name="Oluwatosin Ayodele" userId="a8367082e9ab5402" providerId="LiveId" clId="{470A5ACE-1ED0-4AFC-9293-9D5F93EF709B}" dt="2026-08-03T12:59:32.651" v="442" actId="26606"/>
          <ac:spMkLst>
            <pc:docMk/>
            <pc:sldMk cId="2739374064" sldId="264"/>
            <ac:spMk id="22" creationId="{00AB7A83-92F3-41CD-B4C9-CA06F9F45305}"/>
          </ac:spMkLst>
        </pc:spChg>
        <pc:spChg chg="add del">
          <ac:chgData name="Oluwatosin Ayodele" userId="a8367082e9ab5402" providerId="LiveId" clId="{470A5ACE-1ED0-4AFC-9293-9D5F93EF709B}" dt="2026-08-03T12:59:32.651" v="442" actId="26606"/>
          <ac:spMkLst>
            <pc:docMk/>
            <pc:sldMk cId="2739374064" sldId="264"/>
            <ac:spMk id="23" creationId="{E5D7150B-6F2A-4E47-81C4-35F35368ECF6}"/>
          </ac:spMkLst>
        </pc:spChg>
        <pc:spChg chg="add del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28" creationId="{DFAEE973-9BA8-47FC-978E-9052735A5802}"/>
          </ac:spMkLst>
        </pc:spChg>
        <pc:spChg chg="mod">
          <ac:chgData name="Oluwatosin Ayodele" userId="a8367082e9ab5402" providerId="LiveId" clId="{470A5ACE-1ED0-4AFC-9293-9D5F93EF709B}" dt="2026-08-03T17:01:00.274" v="1948" actId="1076"/>
          <ac:spMkLst>
            <pc:docMk/>
            <pc:sldMk cId="2739374064" sldId="264"/>
            <ac:spMk id="29" creationId="{1E09728E-9A94-C4D0-FC16-844538549A70}"/>
          </ac:spMkLst>
        </pc:spChg>
        <pc:spChg chg="add del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30" creationId="{B1ACEF87-056E-4E77-899B-9E9A04E9B574}"/>
          </ac:spMkLst>
        </pc:spChg>
        <pc:spChg chg="add del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32" creationId="{DD0C6C3A-73B1-4E33-AD0D-8BCD35B714CD}"/>
          </ac:spMkLst>
        </pc:spChg>
        <pc:spChg chg="add mod">
          <ac:chgData name="Oluwatosin Ayodele" userId="a8367082e9ab5402" providerId="LiveId" clId="{470A5ACE-1ED0-4AFC-9293-9D5F93EF709B}" dt="2026-08-03T17:15:39.485" v="2063" actId="207"/>
          <ac:spMkLst>
            <pc:docMk/>
            <pc:sldMk cId="2739374064" sldId="264"/>
            <ac:spMk id="33" creationId="{4CA73D4A-BDE5-4975-BA22-F161B9D39E6D}"/>
          </ac:spMkLst>
        </pc:spChg>
        <pc:spChg chg="add del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34" creationId="{303022F3-BFF5-4104-AE9A-399949DAFC26}"/>
          </ac:spMkLst>
        </pc:spChg>
        <pc:spChg chg="add del">
          <ac:chgData name="Oluwatosin Ayodele" userId="a8367082e9ab5402" providerId="LiveId" clId="{470A5ACE-1ED0-4AFC-9293-9D5F93EF709B}" dt="2026-08-03T13:52:11.648" v="649" actId="26606"/>
          <ac:spMkLst>
            <pc:docMk/>
            <pc:sldMk cId="2739374064" sldId="264"/>
            <ac:spMk id="37" creationId="{2EFFCCDB-505A-43A4-AE0D-3E230F603D96}"/>
          </ac:spMkLst>
        </pc:spChg>
        <pc:spChg chg="add del">
          <ac:chgData name="Oluwatosin Ayodele" userId="a8367082e9ab5402" providerId="LiveId" clId="{470A5ACE-1ED0-4AFC-9293-9D5F93EF709B}" dt="2026-08-03T13:52:11.648" v="649" actId="26606"/>
          <ac:spMkLst>
            <pc:docMk/>
            <pc:sldMk cId="2739374064" sldId="264"/>
            <ac:spMk id="38" creationId="{42835674-1537-41A7-AE0A-8A909BDD5823}"/>
          </ac:spMkLst>
        </pc:spChg>
        <pc:spChg chg="add del">
          <ac:chgData name="Oluwatosin Ayodele" userId="a8367082e9ab5402" providerId="LiveId" clId="{470A5ACE-1ED0-4AFC-9293-9D5F93EF709B}" dt="2026-08-03T13:27:29.634" v="647" actId="26606"/>
          <ac:spMkLst>
            <pc:docMk/>
            <pc:sldMk cId="2739374064" sldId="264"/>
            <ac:spMk id="39" creationId="{C1FA8F66-3B85-411D-A2A6-A50DF3026D9A}"/>
          </ac:spMkLst>
        </pc:spChg>
        <pc:spChg chg="add del">
          <ac:chgData name="Oluwatosin Ayodele" userId="a8367082e9ab5402" providerId="LiveId" clId="{470A5ACE-1ED0-4AFC-9293-9D5F93EF709B}" dt="2026-08-03T13:52:11.648" v="649" actId="26606"/>
          <ac:spMkLst>
            <pc:docMk/>
            <pc:sldMk cId="2739374064" sldId="264"/>
            <ac:spMk id="40" creationId="{94DCB9C6-AA01-47E0-9A86-F91BDD17161F}"/>
          </ac:spMkLst>
        </pc:spChg>
        <pc:spChg chg="add del">
          <ac:chgData name="Oluwatosin Ayodele" userId="a8367082e9ab5402" providerId="LiveId" clId="{470A5ACE-1ED0-4AFC-9293-9D5F93EF709B}" dt="2026-08-03T13:52:11.648" v="649" actId="26606"/>
          <ac:spMkLst>
            <pc:docMk/>
            <pc:sldMk cId="2739374064" sldId="264"/>
            <ac:spMk id="42" creationId="{0E9FD230-E508-453F-9185-96C945771999}"/>
          </ac:spMkLst>
        </pc:spChg>
        <pc:spChg chg="add del">
          <ac:chgData name="Oluwatosin Ayodele" userId="a8367082e9ab5402" providerId="LiveId" clId="{470A5ACE-1ED0-4AFC-9293-9D5F93EF709B}" dt="2026-08-03T13:27:29.634" v="647" actId="26606"/>
          <ac:spMkLst>
            <pc:docMk/>
            <pc:sldMk cId="2739374064" sldId="264"/>
            <ac:spMk id="43" creationId="{4179E790-E691-4202-B7FA-62924FC8D195}"/>
          </ac:spMkLst>
        </pc:spChg>
        <pc:spChg chg="add del">
          <ac:chgData name="Oluwatosin Ayodele" userId="a8367082e9ab5402" providerId="LiveId" clId="{470A5ACE-1ED0-4AFC-9293-9D5F93EF709B}" dt="2026-08-03T13:27:29.634" v="647" actId="26606"/>
          <ac:spMkLst>
            <pc:docMk/>
            <pc:sldMk cId="2739374064" sldId="264"/>
            <ac:spMk id="45" creationId="{065EE0A0-4DA6-4AA2-A475-14DB03C55AFA}"/>
          </ac:spMkLst>
        </pc:spChg>
        <pc:spChg chg="add del">
          <ac:chgData name="Oluwatosin Ayodele" userId="a8367082e9ab5402" providerId="LiveId" clId="{470A5ACE-1ED0-4AFC-9293-9D5F93EF709B}" dt="2026-08-03T13:52:18.939" v="651" actId="26606"/>
          <ac:spMkLst>
            <pc:docMk/>
            <pc:sldMk cId="2739374064" sldId="264"/>
            <ac:spMk id="48" creationId="{585EC825-CF99-4B62-ADD8-3E5B47A8246E}"/>
          </ac:spMkLst>
        </pc:spChg>
        <pc:spChg chg="add del">
          <ac:chgData name="Oluwatosin Ayodele" userId="a8367082e9ab5402" providerId="LiveId" clId="{470A5ACE-1ED0-4AFC-9293-9D5F93EF709B}" dt="2026-08-03T13:52:11.648" v="649" actId="26606"/>
          <ac:spMkLst>
            <pc:docMk/>
            <pc:sldMk cId="2739374064" sldId="264"/>
            <ac:spMk id="49" creationId="{DF9D012A-EDCB-4157-B8DA-1C425D9FE922}"/>
          </ac:spMkLst>
        </pc:spChg>
        <pc:spChg chg="add del">
          <ac:chgData name="Oluwatosin Ayodele" userId="a8367082e9ab5402" providerId="LiveId" clId="{470A5ACE-1ED0-4AFC-9293-9D5F93EF709B}" dt="2026-08-03T13:52:11.648" v="649" actId="26606"/>
          <ac:spMkLst>
            <pc:docMk/>
            <pc:sldMk cId="2739374064" sldId="264"/>
            <ac:spMk id="51" creationId="{D731E598-F84A-41D4-873C-1BA1A39679D2}"/>
          </ac:spMkLst>
        </pc:spChg>
        <pc:spChg chg="add del">
          <ac:chgData name="Oluwatosin Ayodele" userId="a8367082e9ab5402" providerId="LiveId" clId="{470A5ACE-1ED0-4AFC-9293-9D5F93EF709B}" dt="2026-08-03T13:52:18.939" v="651" actId="26606"/>
          <ac:spMkLst>
            <pc:docMk/>
            <pc:sldMk cId="2739374064" sldId="264"/>
            <ac:spMk id="55" creationId="{6AA9FD28-F4CB-4CEA-AF10-ACE769CD464D}"/>
          </ac:spMkLst>
        </pc:spChg>
        <pc:spChg chg="add del">
          <ac:chgData name="Oluwatosin Ayodele" userId="a8367082e9ab5402" providerId="LiveId" clId="{470A5ACE-1ED0-4AFC-9293-9D5F93EF709B}" dt="2026-08-03T13:52:18.939" v="651" actId="26606"/>
          <ac:spMkLst>
            <pc:docMk/>
            <pc:sldMk cId="2739374064" sldId="264"/>
            <ac:spMk id="56" creationId="{8C078DCE-9DF4-4A5F-8FD2-75C4D7A5A481}"/>
          </ac:spMkLst>
        </pc:spChg>
        <pc:spChg chg="add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60" creationId="{C1FA8F66-3B85-411D-A2A6-A50DF3026D9A}"/>
          </ac:spMkLst>
        </pc:spChg>
        <pc:spChg chg="add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62" creationId="{4179E790-E691-4202-B7FA-62924FC8D195}"/>
          </ac:spMkLst>
        </pc:spChg>
        <pc:spChg chg="add">
          <ac:chgData name="Oluwatosin Ayodele" userId="a8367082e9ab5402" providerId="LiveId" clId="{470A5ACE-1ED0-4AFC-9293-9D5F93EF709B}" dt="2026-08-03T13:52:18.960" v="652" actId="26606"/>
          <ac:spMkLst>
            <pc:docMk/>
            <pc:sldMk cId="2739374064" sldId="264"/>
            <ac:spMk id="63" creationId="{065EE0A0-4DA6-4AA2-A475-14DB03C55AFA}"/>
          </ac:spMkLst>
        </pc:spChg>
        <pc:grpChg chg="add del">
          <ac:chgData name="Oluwatosin Ayodele" userId="a8367082e9ab5402" providerId="LiveId" clId="{470A5ACE-1ED0-4AFC-9293-9D5F93EF709B}" dt="2026-08-03T12:47:06.627" v="241" actId="26606"/>
          <ac:grpSpMkLst>
            <pc:docMk/>
            <pc:sldMk cId="2739374064" sldId="264"/>
            <ac:grpSpMk id="19" creationId="{1654C7F9-AF92-42BD-A713-6B020F63B307}"/>
          </ac:grpSpMkLst>
        </pc:grpChg>
        <pc:picChg chg="add del">
          <ac:chgData name="Oluwatosin Ayodele" userId="a8367082e9ab5402" providerId="LiveId" clId="{470A5ACE-1ED0-4AFC-9293-9D5F93EF709B}" dt="2026-08-03T12:47:06.627" v="241" actId="26606"/>
          <ac:picMkLst>
            <pc:docMk/>
            <pc:sldMk cId="2739374064" sldId="264"/>
            <ac:picMk id="5" creationId="{A8A8C9C1-F37E-764E-27B3-C2DF8B55D4AE}"/>
          </ac:picMkLst>
        </pc:picChg>
        <pc:picChg chg="add mod modCrop">
          <ac:chgData name="Oluwatosin Ayodele" userId="a8367082e9ab5402" providerId="LiveId" clId="{470A5ACE-1ED0-4AFC-9293-9D5F93EF709B}" dt="2026-08-03T13:53:15.449" v="663" actId="1076"/>
          <ac:picMkLst>
            <pc:docMk/>
            <pc:sldMk cId="2739374064" sldId="264"/>
            <ac:picMk id="6" creationId="{D75DF9B7-0A17-4AA4-4DE2-BA9C0D3E191C}"/>
          </ac:picMkLst>
        </pc:picChg>
        <pc:picChg chg="add mod modCrop">
          <ac:chgData name="Oluwatosin Ayodele" userId="a8367082e9ab5402" providerId="LiveId" clId="{470A5ACE-1ED0-4AFC-9293-9D5F93EF709B}" dt="2026-08-03T13:55:29.652" v="681" actId="14100"/>
          <ac:picMkLst>
            <pc:docMk/>
            <pc:sldMk cId="2739374064" sldId="264"/>
            <ac:picMk id="7" creationId="{981FD890-88A9-109A-7C0B-F3F42A37F962}"/>
          </ac:picMkLst>
        </pc:picChg>
        <pc:picChg chg="add del mod modCrop">
          <ac:chgData name="Oluwatosin Ayodele" userId="a8367082e9ab5402" providerId="LiveId" clId="{470A5ACE-1ED0-4AFC-9293-9D5F93EF709B}" dt="2026-08-03T12:59:24.009" v="441" actId="21"/>
          <ac:picMkLst>
            <pc:docMk/>
            <pc:sldMk cId="2739374064" sldId="264"/>
            <ac:picMk id="8" creationId="{E130F722-E459-B17C-814C-58FEDCA85036}"/>
          </ac:picMkLst>
        </pc:picChg>
        <pc:picChg chg="add del mod modCrop">
          <ac:chgData name="Oluwatosin Ayodele" userId="a8367082e9ab5402" providerId="LiveId" clId="{470A5ACE-1ED0-4AFC-9293-9D5F93EF709B}" dt="2026-08-03T13:53:46.692" v="671" actId="478"/>
          <ac:picMkLst>
            <pc:docMk/>
            <pc:sldMk cId="2739374064" sldId="264"/>
            <ac:picMk id="10" creationId="{F7DB3A83-5031-6F56-3663-3DD2CCDCA0FB}"/>
          </ac:picMkLst>
        </pc:picChg>
        <pc:picChg chg="add mod modCrop">
          <ac:chgData name="Oluwatosin Ayodele" userId="a8367082e9ab5402" providerId="LiveId" clId="{470A5ACE-1ED0-4AFC-9293-9D5F93EF709B}" dt="2026-08-03T17:10:36.620" v="2013" actId="732"/>
          <ac:picMkLst>
            <pc:docMk/>
            <pc:sldMk cId="2739374064" sldId="264"/>
            <ac:picMk id="25" creationId="{B2F5786A-F8C6-F715-E629-DA0273E7D0C8}"/>
          </ac:picMkLst>
        </pc:picChg>
        <pc:picChg chg="add mod modCrop">
          <ac:chgData name="Oluwatosin Ayodele" userId="a8367082e9ab5402" providerId="LiveId" clId="{470A5ACE-1ED0-4AFC-9293-9D5F93EF709B}" dt="2026-08-03T17:11:08.825" v="2017" actId="1076"/>
          <ac:picMkLst>
            <pc:docMk/>
            <pc:sldMk cId="2739374064" sldId="264"/>
            <ac:picMk id="27" creationId="{7E6E39C1-0E66-D4D3-215B-2628D6AF6505}"/>
          </ac:picMkLst>
        </pc:picChg>
      </pc:sldChg>
      <pc:sldChg chg="addSp delSp modSp new mod setBg setClrOvrMap">
        <pc:chgData name="Oluwatosin Ayodele" userId="a8367082e9ab5402" providerId="LiveId" clId="{470A5ACE-1ED0-4AFC-9293-9D5F93EF709B}" dt="2026-08-03T17:40:50.112" v="2114" actId="1076"/>
        <pc:sldMkLst>
          <pc:docMk/>
          <pc:sldMk cId="2959770830" sldId="265"/>
        </pc:sldMkLst>
        <pc:spChg chg="mod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2" creationId="{4AE98414-D927-7084-5085-A2264D02310C}"/>
          </ac:spMkLst>
        </pc:spChg>
        <pc:spChg chg="mod">
          <ac:chgData name="Oluwatosin Ayodele" userId="a8367082e9ab5402" providerId="LiveId" clId="{470A5ACE-1ED0-4AFC-9293-9D5F93EF709B}" dt="2026-08-03T13:57:15.241" v="695" actId="21"/>
          <ac:spMkLst>
            <pc:docMk/>
            <pc:sldMk cId="2959770830" sldId="265"/>
            <ac:spMk id="3" creationId="{CF8C29A2-C5DF-4B85-F760-3F36A016404C}"/>
          </ac:spMkLst>
        </pc:spChg>
        <pc:spChg chg="mod">
          <ac:chgData name="Oluwatosin Ayodele" userId="a8367082e9ab5402" providerId="LiveId" clId="{470A5ACE-1ED0-4AFC-9293-9D5F93EF709B}" dt="2026-08-03T17:01:34.908" v="1949" actId="1076"/>
          <ac:spMkLst>
            <pc:docMk/>
            <pc:sldMk cId="2959770830" sldId="265"/>
            <ac:spMk id="10" creationId="{47FE4120-5C11-C842-EEEA-01A2F3FB711F}"/>
          </ac:spMkLst>
        </pc:spChg>
        <pc:spChg chg="add del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14" creationId="{DFAEE973-9BA8-47FC-978E-9052735A5802}"/>
          </ac:spMkLst>
        </pc:spChg>
        <pc:spChg chg="add del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16" creationId="{B1ACEF87-056E-4E77-899B-9E9A04E9B574}"/>
          </ac:spMkLst>
        </pc:spChg>
        <pc:spChg chg="add del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18" creationId="{DD0C6C3A-73B1-4E33-AD0D-8BCD35B714CD}"/>
          </ac:spMkLst>
        </pc:spChg>
        <pc:spChg chg="add del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20" creationId="{303022F3-BFF5-4104-AE9A-399949DAFC26}"/>
          </ac:spMkLst>
        </pc:spChg>
        <pc:spChg chg="add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25" creationId="{00401440-1DC9-4C9E-A3BA-4DECEEB46503}"/>
          </ac:spMkLst>
        </pc:spChg>
        <pc:spChg chg="add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29" creationId="{36B822CC-7DA9-4417-AA94-64CEB676F0B8}"/>
          </ac:spMkLst>
        </pc:spChg>
        <pc:spChg chg="add">
          <ac:chgData name="Oluwatosin Ayodele" userId="a8367082e9ab5402" providerId="LiveId" clId="{470A5ACE-1ED0-4AFC-9293-9D5F93EF709B}" dt="2026-08-03T13:56:24.716" v="684" actId="26606"/>
          <ac:spMkLst>
            <pc:docMk/>
            <pc:sldMk cId="2959770830" sldId="265"/>
            <ac:spMk id="31" creationId="{AFA01E88-71CC-4FF3-9E81-51E0C32B45E4}"/>
          </ac:spMkLst>
        </pc:spChg>
        <pc:picChg chg="add mod ord">
          <ac:chgData name="Oluwatosin Ayodele" userId="a8367082e9ab5402" providerId="LiveId" clId="{470A5ACE-1ED0-4AFC-9293-9D5F93EF709B}" dt="2026-08-03T17:40:07.438" v="2111" actId="1038"/>
          <ac:picMkLst>
            <pc:docMk/>
            <pc:sldMk cId="2959770830" sldId="265"/>
            <ac:picMk id="5" creationId="{7BCA4866-2D92-BB98-D651-EF1D3DB81376}"/>
          </ac:picMkLst>
        </pc:picChg>
        <pc:picChg chg="add del">
          <ac:chgData name="Oluwatosin Ayodele" userId="a8367082e9ab5402" providerId="LiveId" clId="{470A5ACE-1ED0-4AFC-9293-9D5F93EF709B}" dt="2026-08-03T13:01:08.807" v="459" actId="478"/>
          <ac:picMkLst>
            <pc:docMk/>
            <pc:sldMk cId="2959770830" sldId="265"/>
            <ac:picMk id="7" creationId="{9DC1C395-5D5B-E528-1F45-AF87FF469917}"/>
          </ac:picMkLst>
        </pc:picChg>
        <pc:picChg chg="add mod modCrop">
          <ac:chgData name="Oluwatosin Ayodele" userId="a8367082e9ab5402" providerId="LiveId" clId="{470A5ACE-1ED0-4AFC-9293-9D5F93EF709B}" dt="2026-08-03T17:36:13.985" v="2082" actId="14100"/>
          <ac:picMkLst>
            <pc:docMk/>
            <pc:sldMk cId="2959770830" sldId="265"/>
            <ac:picMk id="8" creationId="{1E95CA67-EAF5-8AA3-E6D3-9DCDFC7BE5A1}"/>
          </ac:picMkLst>
        </pc:picChg>
        <pc:picChg chg="add del mod ord modCrop">
          <ac:chgData name="Oluwatosin Ayodele" userId="a8367082e9ab5402" providerId="LiveId" clId="{470A5ACE-1ED0-4AFC-9293-9D5F93EF709B}" dt="2026-08-03T13:54:02.492" v="673" actId="21"/>
          <ac:picMkLst>
            <pc:docMk/>
            <pc:sldMk cId="2959770830" sldId="265"/>
            <ac:picMk id="9" creationId="{742207FC-5C25-000A-999D-5171D6269CB6}"/>
          </ac:picMkLst>
        </pc:picChg>
        <pc:picChg chg="add del mod modCrop">
          <ac:chgData name="Oluwatosin Ayodele" userId="a8367082e9ab5402" providerId="LiveId" clId="{470A5ACE-1ED0-4AFC-9293-9D5F93EF709B}" dt="2026-08-03T17:39:23.659" v="2083" actId="478"/>
          <ac:picMkLst>
            <pc:docMk/>
            <pc:sldMk cId="2959770830" sldId="265"/>
            <ac:picMk id="12" creationId="{1877E493-BA5D-B548-5AAC-0412056A86E0}"/>
          </ac:picMkLst>
        </pc:picChg>
        <pc:picChg chg="add mod modCrop">
          <ac:chgData name="Oluwatosin Ayodele" userId="a8367082e9ab5402" providerId="LiveId" clId="{470A5ACE-1ED0-4AFC-9293-9D5F93EF709B}" dt="2026-08-03T17:40:50.112" v="2114" actId="1076"/>
          <ac:picMkLst>
            <pc:docMk/>
            <pc:sldMk cId="2959770830" sldId="265"/>
            <ac:picMk id="15" creationId="{173BA21E-36A7-4F56-64B6-4A9DC2BCD9E6}"/>
          </ac:picMkLst>
        </pc:picChg>
      </pc:sldChg>
      <pc:sldChg chg="addSp delSp modSp new mod setBg setClrOvrMap">
        <pc:chgData name="Oluwatosin Ayodele" userId="a8367082e9ab5402" providerId="LiveId" clId="{470A5ACE-1ED0-4AFC-9293-9D5F93EF709B}" dt="2026-08-03T15:11:32.866" v="1161" actId="14100"/>
        <pc:sldMkLst>
          <pc:docMk/>
          <pc:sldMk cId="2263253564" sldId="266"/>
        </pc:sldMkLst>
        <pc:spChg chg="mod">
          <ac:chgData name="Oluwatosin Ayodele" userId="a8367082e9ab5402" providerId="LiveId" clId="{470A5ACE-1ED0-4AFC-9293-9D5F93EF709B}" dt="2026-08-03T14:03:32.779" v="909" actId="20577"/>
          <ac:spMkLst>
            <pc:docMk/>
            <pc:sldMk cId="2263253564" sldId="266"/>
            <ac:spMk id="2" creationId="{446205EC-AA6D-A667-25FF-D627BF3BD296}"/>
          </ac:spMkLst>
        </pc:spChg>
        <pc:spChg chg="del">
          <ac:chgData name="Oluwatosin Ayodele" userId="a8367082e9ab5402" providerId="LiveId" clId="{470A5ACE-1ED0-4AFC-9293-9D5F93EF709B}" dt="2026-08-03T13:58:28.437" v="711" actId="22"/>
          <ac:spMkLst>
            <pc:docMk/>
            <pc:sldMk cId="2263253564" sldId="266"/>
            <ac:spMk id="3" creationId="{0A39E683-CEB1-F412-29C4-C1C52A6C57CE}"/>
          </ac:spMkLst>
        </pc:spChg>
        <pc:spChg chg="add mod ord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11" creationId="{F25FBA0D-4FC8-28CA-9F2C-290DAD745956}"/>
          </ac:spMkLst>
        </pc:spChg>
        <pc:spChg chg="add del mod">
          <ac:chgData name="Oluwatosin Ayodele" userId="a8367082e9ab5402" providerId="LiveId" clId="{470A5ACE-1ED0-4AFC-9293-9D5F93EF709B}" dt="2026-08-03T15:07:47.043" v="1118" actId="478"/>
          <ac:spMkLst>
            <pc:docMk/>
            <pc:sldMk cId="2263253564" sldId="266"/>
            <ac:spMk id="13" creationId="{780F0484-8D73-C98A-B8D9-741018AFF64A}"/>
          </ac:spMkLst>
        </pc:spChg>
        <pc:spChg chg="add del">
          <ac:chgData name="Oluwatosin Ayodele" userId="a8367082e9ab5402" providerId="LiveId" clId="{470A5ACE-1ED0-4AFC-9293-9D5F93EF709B}" dt="2026-08-03T14:03:21.553" v="882" actId="26606"/>
          <ac:spMkLst>
            <pc:docMk/>
            <pc:sldMk cId="2263253564" sldId="266"/>
            <ac:spMk id="17" creationId="{C019E968-1E55-45B0-AC00-6A85BB779B38}"/>
          </ac:spMkLst>
        </pc:spChg>
        <pc:spChg chg="add del">
          <ac:chgData name="Oluwatosin Ayodele" userId="a8367082e9ab5402" providerId="LiveId" clId="{470A5ACE-1ED0-4AFC-9293-9D5F93EF709B}" dt="2026-08-03T14:03:21.553" v="882" actId="26606"/>
          <ac:spMkLst>
            <pc:docMk/>
            <pc:sldMk cId="2263253564" sldId="266"/>
            <ac:spMk id="19" creationId="{BD140164-8E19-4FEF-8643-59D66E583F8B}"/>
          </ac:spMkLst>
        </pc:spChg>
        <pc:spChg chg="add del">
          <ac:chgData name="Oluwatosin Ayodele" userId="a8367082e9ab5402" providerId="LiveId" clId="{470A5ACE-1ED0-4AFC-9293-9D5F93EF709B}" dt="2026-08-03T14:03:21.553" v="882" actId="26606"/>
          <ac:spMkLst>
            <pc:docMk/>
            <pc:sldMk cId="2263253564" sldId="266"/>
            <ac:spMk id="21" creationId="{00AB7A83-92F3-41CD-B4C9-CA06F9F45305}"/>
          </ac:spMkLst>
        </pc:spChg>
        <pc:spChg chg="add del">
          <ac:chgData name="Oluwatosin Ayodele" userId="a8367082e9ab5402" providerId="LiveId" clId="{470A5ACE-1ED0-4AFC-9293-9D5F93EF709B}" dt="2026-08-03T14:03:21.553" v="882" actId="26606"/>
          <ac:spMkLst>
            <pc:docMk/>
            <pc:sldMk cId="2263253564" sldId="266"/>
            <ac:spMk id="23" creationId="{E5D7150B-6F2A-4E47-81C4-35F35368ECF6}"/>
          </ac:spMkLst>
        </pc:spChg>
        <pc:spChg chg="add del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28" creationId="{00401440-1DC9-4C9E-A3BA-4DECEEB46503}"/>
          </ac:spMkLst>
        </pc:spChg>
        <pc:spChg chg="add del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32" creationId="{36B822CC-7DA9-4417-AA94-64CEB676F0B8}"/>
          </ac:spMkLst>
        </pc:spChg>
        <pc:spChg chg="add del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34" creationId="{AFA01E88-71CC-4FF3-9E81-51E0C32B45E4}"/>
          </ac:spMkLst>
        </pc:spChg>
        <pc:spChg chg="add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39" creationId="{00401440-1DC9-4C9E-A3BA-4DECEEB46503}"/>
          </ac:spMkLst>
        </pc:spChg>
        <pc:spChg chg="add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43" creationId="{36B822CC-7DA9-4417-AA94-64CEB676F0B8}"/>
          </ac:spMkLst>
        </pc:spChg>
        <pc:spChg chg="add">
          <ac:chgData name="Oluwatosin Ayodele" userId="a8367082e9ab5402" providerId="LiveId" clId="{470A5ACE-1ED0-4AFC-9293-9D5F93EF709B}" dt="2026-08-03T15:09:45.600" v="1142" actId="26606"/>
          <ac:spMkLst>
            <pc:docMk/>
            <pc:sldMk cId="2263253564" sldId="266"/>
            <ac:spMk id="45" creationId="{AFA01E88-71CC-4FF3-9E81-51E0C32B45E4}"/>
          </ac:spMkLst>
        </pc:spChg>
        <pc:picChg chg="add del mod ord">
          <ac:chgData name="Oluwatosin Ayodele" userId="a8367082e9ab5402" providerId="LiveId" clId="{470A5ACE-1ED0-4AFC-9293-9D5F93EF709B}" dt="2026-08-03T13:58:55.941" v="719" actId="478"/>
          <ac:picMkLst>
            <pc:docMk/>
            <pc:sldMk cId="2263253564" sldId="266"/>
            <ac:picMk id="5" creationId="{EBCD479E-DF6F-DCDA-4471-E281C41E7499}"/>
          </ac:picMkLst>
        </pc:picChg>
        <pc:picChg chg="add del mod">
          <ac:chgData name="Oluwatosin Ayodele" userId="a8367082e9ab5402" providerId="LiveId" clId="{470A5ACE-1ED0-4AFC-9293-9D5F93EF709B}" dt="2026-08-03T13:58:54.276" v="718" actId="478"/>
          <ac:picMkLst>
            <pc:docMk/>
            <pc:sldMk cId="2263253564" sldId="266"/>
            <ac:picMk id="6" creationId="{11A14468-1197-698F-6968-9DE14FAE166B}"/>
          </ac:picMkLst>
        </pc:picChg>
        <pc:picChg chg="add mod ord modCrop">
          <ac:chgData name="Oluwatosin Ayodele" userId="a8367082e9ab5402" providerId="LiveId" clId="{470A5ACE-1ED0-4AFC-9293-9D5F93EF709B}" dt="2026-08-03T15:11:32.866" v="1161" actId="14100"/>
          <ac:picMkLst>
            <pc:docMk/>
            <pc:sldMk cId="2263253564" sldId="266"/>
            <ac:picMk id="7" creationId="{BE47FCC6-5DB5-74FB-ADD5-80D5E64254FB}"/>
          </ac:picMkLst>
        </pc:picChg>
        <pc:picChg chg="add del mod modCrop">
          <ac:chgData name="Oluwatosin Ayodele" userId="a8367082e9ab5402" providerId="LiveId" clId="{470A5ACE-1ED0-4AFC-9293-9D5F93EF709B}" dt="2026-08-03T15:08:43.680" v="1132" actId="21"/>
          <ac:picMkLst>
            <pc:docMk/>
            <pc:sldMk cId="2263253564" sldId="266"/>
            <ac:picMk id="8" creationId="{77E5B0C2-E4B7-E39C-DBC0-C20B4439FE19}"/>
          </ac:picMkLst>
        </pc:picChg>
        <pc:picChg chg="add del mod modCrop">
          <ac:chgData name="Oluwatosin Ayodele" userId="a8367082e9ab5402" providerId="LiveId" clId="{470A5ACE-1ED0-4AFC-9293-9D5F93EF709B}" dt="2026-08-03T14:02:49.580" v="881" actId="21"/>
          <ac:picMkLst>
            <pc:docMk/>
            <pc:sldMk cId="2263253564" sldId="266"/>
            <ac:picMk id="9" creationId="{650F8A2B-9EA1-6BF9-008E-61672510ECB0}"/>
          </ac:picMkLst>
        </pc:picChg>
        <pc:picChg chg="add del mod modCrop">
          <ac:chgData name="Oluwatosin Ayodele" userId="a8367082e9ab5402" providerId="LiveId" clId="{470A5ACE-1ED0-4AFC-9293-9D5F93EF709B}" dt="2026-08-03T14:02:49.580" v="881" actId="21"/>
          <ac:picMkLst>
            <pc:docMk/>
            <pc:sldMk cId="2263253564" sldId="266"/>
            <ac:picMk id="12" creationId="{581F61AD-30FB-E366-5B5A-B5793A328117}"/>
          </ac:picMkLst>
        </pc:picChg>
        <pc:picChg chg="add mod ord">
          <ac:chgData name="Oluwatosin Ayodele" userId="a8367082e9ab5402" providerId="LiveId" clId="{470A5ACE-1ED0-4AFC-9293-9D5F93EF709B}" dt="2026-08-03T15:11:09.079" v="1156" actId="14100"/>
          <ac:picMkLst>
            <pc:docMk/>
            <pc:sldMk cId="2263253564" sldId="266"/>
            <ac:picMk id="15" creationId="{FAED515F-7879-8ED8-EA78-E5436E076CEE}"/>
          </ac:picMkLst>
        </pc:picChg>
        <pc:cxnChg chg="add">
          <ac:chgData name="Oluwatosin Ayodele" userId="a8367082e9ab5402" providerId="LiveId" clId="{470A5ACE-1ED0-4AFC-9293-9D5F93EF709B}" dt="2026-08-03T15:09:45.600" v="1142" actId="26606"/>
          <ac:cxnSpMkLst>
            <pc:docMk/>
            <pc:sldMk cId="2263253564" sldId="266"/>
            <ac:cxnSpMk id="41" creationId="{EEE3F140-02CB-4BBC-ABC0-8BF046C9D1B8}"/>
          </ac:cxnSpMkLst>
        </pc:cxnChg>
      </pc:sldChg>
      <pc:sldChg chg="addSp delSp modSp new mod">
        <pc:chgData name="Oluwatosin Ayodele" userId="a8367082e9ab5402" providerId="LiveId" clId="{470A5ACE-1ED0-4AFC-9293-9D5F93EF709B}" dt="2026-08-03T17:46:16.186" v="2115" actId="14100"/>
        <pc:sldMkLst>
          <pc:docMk/>
          <pc:sldMk cId="947966537" sldId="267"/>
        </pc:sldMkLst>
        <pc:spChg chg="mod">
          <ac:chgData name="Oluwatosin Ayodele" userId="a8367082e9ab5402" providerId="LiveId" clId="{470A5ACE-1ED0-4AFC-9293-9D5F93EF709B}" dt="2026-08-03T15:03:21.380" v="1004" actId="20577"/>
          <ac:spMkLst>
            <pc:docMk/>
            <pc:sldMk cId="947966537" sldId="267"/>
            <ac:spMk id="2" creationId="{182D15D5-B9D0-6722-20BE-AA5163A45705}"/>
          </ac:spMkLst>
        </pc:spChg>
        <pc:spChg chg="del">
          <ac:chgData name="Oluwatosin Ayodele" userId="a8367082e9ab5402" providerId="LiveId" clId="{470A5ACE-1ED0-4AFC-9293-9D5F93EF709B}" dt="2026-08-03T14:57:47.164" v="916" actId="478"/>
          <ac:spMkLst>
            <pc:docMk/>
            <pc:sldMk cId="947966537" sldId="267"/>
            <ac:spMk id="3" creationId="{2AB91AD0-C0A9-13CE-A608-45FE970FD47E}"/>
          </ac:spMkLst>
        </pc:spChg>
        <pc:spChg chg="mod">
          <ac:chgData name="Oluwatosin Ayodele" userId="a8367082e9ab5402" providerId="LiveId" clId="{470A5ACE-1ED0-4AFC-9293-9D5F93EF709B}" dt="2026-08-03T16:59:31.921" v="1941" actId="1076"/>
          <ac:spMkLst>
            <pc:docMk/>
            <pc:sldMk cId="947966537" sldId="267"/>
            <ac:spMk id="20" creationId="{75711C98-001F-7B38-0660-0CFB2FB7D816}"/>
          </ac:spMkLst>
        </pc:spChg>
        <pc:picChg chg="add del mod">
          <ac:chgData name="Oluwatosin Ayodele" userId="a8367082e9ab5402" providerId="LiveId" clId="{470A5ACE-1ED0-4AFC-9293-9D5F93EF709B}" dt="2026-08-03T15:09:02.519" v="1134" actId="21"/>
          <ac:picMkLst>
            <pc:docMk/>
            <pc:sldMk cId="947966537" sldId="267"/>
            <ac:picMk id="5" creationId="{AD6C0990-A5C6-B38D-88C3-62AEC81B51A8}"/>
          </ac:picMkLst>
        </pc:picChg>
        <pc:picChg chg="add mod">
          <ac:chgData name="Oluwatosin Ayodele" userId="a8367082e9ab5402" providerId="LiveId" clId="{470A5ACE-1ED0-4AFC-9293-9D5F93EF709B}" dt="2026-08-03T15:02:39.001" v="962" actId="1076"/>
          <ac:picMkLst>
            <pc:docMk/>
            <pc:sldMk cId="947966537" sldId="267"/>
            <ac:picMk id="7" creationId="{28803CEF-139C-9ACC-31BE-4A721A296FE0}"/>
          </ac:picMkLst>
        </pc:picChg>
        <pc:picChg chg="add del">
          <ac:chgData name="Oluwatosin Ayodele" userId="a8367082e9ab5402" providerId="LiveId" clId="{470A5ACE-1ED0-4AFC-9293-9D5F93EF709B}" dt="2026-08-03T15:00:08.326" v="930" actId="478"/>
          <ac:picMkLst>
            <pc:docMk/>
            <pc:sldMk cId="947966537" sldId="267"/>
            <ac:picMk id="9" creationId="{895C36C0-2E9F-BDEA-7D8D-26F13FE1B8CE}"/>
          </ac:picMkLst>
        </pc:picChg>
        <pc:picChg chg="add del">
          <ac:chgData name="Oluwatosin Ayodele" userId="a8367082e9ab5402" providerId="LiveId" clId="{470A5ACE-1ED0-4AFC-9293-9D5F93EF709B}" dt="2026-08-03T15:00:08.326" v="930" actId="478"/>
          <ac:picMkLst>
            <pc:docMk/>
            <pc:sldMk cId="947966537" sldId="267"/>
            <ac:picMk id="11" creationId="{D1B2D41F-1AF5-D21A-DCC9-ADD208F04A67}"/>
          </ac:picMkLst>
        </pc:picChg>
        <pc:picChg chg="add del">
          <ac:chgData name="Oluwatosin Ayodele" userId="a8367082e9ab5402" providerId="LiveId" clId="{470A5ACE-1ED0-4AFC-9293-9D5F93EF709B}" dt="2026-08-03T15:00:46.992" v="937" actId="478"/>
          <ac:picMkLst>
            <pc:docMk/>
            <pc:sldMk cId="947966537" sldId="267"/>
            <ac:picMk id="13" creationId="{CA3EE50D-465C-DF7F-F9B3-8064F6237ED6}"/>
          </ac:picMkLst>
        </pc:picChg>
        <pc:picChg chg="add del mod">
          <ac:chgData name="Oluwatosin Ayodele" userId="a8367082e9ab5402" providerId="LiveId" clId="{470A5ACE-1ED0-4AFC-9293-9D5F93EF709B}" dt="2026-08-03T15:00:45.645" v="936" actId="478"/>
          <ac:picMkLst>
            <pc:docMk/>
            <pc:sldMk cId="947966537" sldId="267"/>
            <ac:picMk id="14" creationId="{6E18D6D6-0E1B-536A-C50B-5FA17BE90388}"/>
          </ac:picMkLst>
        </pc:picChg>
        <pc:picChg chg="add del mod modCrop">
          <ac:chgData name="Oluwatosin Ayodele" userId="a8367082e9ab5402" providerId="LiveId" clId="{470A5ACE-1ED0-4AFC-9293-9D5F93EF709B}" dt="2026-08-03T15:01:52.583" v="948" actId="478"/>
          <ac:picMkLst>
            <pc:docMk/>
            <pc:sldMk cId="947966537" sldId="267"/>
            <ac:picMk id="15" creationId="{8851549A-8F1E-45F7-CAE5-368A0F018FCD}"/>
          </ac:picMkLst>
        </pc:picChg>
        <pc:picChg chg="add del mod">
          <ac:chgData name="Oluwatosin Ayodele" userId="a8367082e9ab5402" providerId="LiveId" clId="{470A5ACE-1ED0-4AFC-9293-9D5F93EF709B}" dt="2026-08-03T15:01:50.633" v="947" actId="478"/>
          <ac:picMkLst>
            <pc:docMk/>
            <pc:sldMk cId="947966537" sldId="267"/>
            <ac:picMk id="16" creationId="{D8AEFD80-549A-23BE-F4F3-BA98232E2683}"/>
          </ac:picMkLst>
        </pc:picChg>
        <pc:picChg chg="add mod modCrop">
          <ac:chgData name="Oluwatosin Ayodele" userId="a8367082e9ab5402" providerId="LiveId" clId="{470A5ACE-1ED0-4AFC-9293-9D5F93EF709B}" dt="2026-08-03T17:46:16.186" v="2115" actId="14100"/>
          <ac:picMkLst>
            <pc:docMk/>
            <pc:sldMk cId="947966537" sldId="267"/>
            <ac:picMk id="17" creationId="{554DAD2D-09E8-49A0-96A1-F19AF56850A7}"/>
          </ac:picMkLst>
        </pc:picChg>
        <pc:picChg chg="add mod">
          <ac:chgData name="Oluwatosin Ayodele" userId="a8367082e9ab5402" providerId="LiveId" clId="{470A5ACE-1ED0-4AFC-9293-9D5F93EF709B}" dt="2026-08-03T15:12:08.495" v="1164" actId="14100"/>
          <ac:picMkLst>
            <pc:docMk/>
            <pc:sldMk cId="947966537" sldId="267"/>
            <ac:picMk id="19" creationId="{95C800DF-6C7B-FC6F-871D-8B6A8194A902}"/>
          </ac:picMkLst>
        </pc:picChg>
      </pc:sldChg>
      <pc:sldChg chg="addSp delSp modSp new mod">
        <pc:chgData name="Oluwatosin Ayodele" userId="a8367082e9ab5402" providerId="LiveId" clId="{470A5ACE-1ED0-4AFC-9293-9D5F93EF709B}" dt="2026-08-03T17:00:11.603" v="1944" actId="1076"/>
        <pc:sldMkLst>
          <pc:docMk/>
          <pc:sldMk cId="3677121759" sldId="268"/>
        </pc:sldMkLst>
        <pc:spChg chg="mod">
          <ac:chgData name="Oluwatosin Ayodele" userId="a8367082e9ab5402" providerId="LiveId" clId="{470A5ACE-1ED0-4AFC-9293-9D5F93EF709B}" dt="2026-08-03T15:20:17.752" v="1228" actId="20577"/>
          <ac:spMkLst>
            <pc:docMk/>
            <pc:sldMk cId="3677121759" sldId="268"/>
            <ac:spMk id="2" creationId="{F6C8E9A2-9943-F958-A269-3586DF28642E}"/>
          </ac:spMkLst>
        </pc:spChg>
        <pc:spChg chg="del">
          <ac:chgData name="Oluwatosin Ayodele" userId="a8367082e9ab5402" providerId="LiveId" clId="{470A5ACE-1ED0-4AFC-9293-9D5F93EF709B}" dt="2026-08-03T15:19:51.706" v="1202" actId="478"/>
          <ac:spMkLst>
            <pc:docMk/>
            <pc:sldMk cId="3677121759" sldId="268"/>
            <ac:spMk id="3" creationId="{EE56CE6C-FE86-59BE-272D-E46FF4B02872}"/>
          </ac:spMkLst>
        </pc:spChg>
        <pc:spChg chg="mod">
          <ac:chgData name="Oluwatosin Ayodele" userId="a8367082e9ab5402" providerId="LiveId" clId="{470A5ACE-1ED0-4AFC-9293-9D5F93EF709B}" dt="2026-08-03T17:00:11.603" v="1944" actId="1076"/>
          <ac:spMkLst>
            <pc:docMk/>
            <pc:sldMk cId="3677121759" sldId="268"/>
            <ac:spMk id="6" creationId="{550FFFB2-6D0D-14D8-1292-3B34A84EC641}"/>
          </ac:spMkLst>
        </pc:spChg>
        <pc:picChg chg="add mod modCrop">
          <ac:chgData name="Oluwatosin Ayodele" userId="a8367082e9ab5402" providerId="LiveId" clId="{470A5ACE-1ED0-4AFC-9293-9D5F93EF709B}" dt="2026-08-03T15:20:05.266" v="1206" actId="14100"/>
          <ac:picMkLst>
            <pc:docMk/>
            <pc:sldMk cId="3677121759" sldId="268"/>
            <ac:picMk id="5" creationId="{1E0278B5-B67E-217D-FA40-FDEFBE2DDCF6}"/>
          </ac:picMkLst>
        </pc:picChg>
      </pc:sldChg>
      <pc:sldChg chg="addSp delSp modSp new mod">
        <pc:chgData name="Oluwatosin Ayodele" userId="a8367082e9ab5402" providerId="LiveId" clId="{470A5ACE-1ED0-4AFC-9293-9D5F93EF709B}" dt="2026-08-03T17:00:39.298" v="1946" actId="1076"/>
        <pc:sldMkLst>
          <pc:docMk/>
          <pc:sldMk cId="691914273" sldId="269"/>
        </pc:sldMkLst>
        <pc:spChg chg="mod">
          <ac:chgData name="Oluwatosin Ayodele" userId="a8367082e9ab5402" providerId="LiveId" clId="{470A5ACE-1ED0-4AFC-9293-9D5F93EF709B}" dt="2026-08-03T15:48:40.237" v="1398" actId="20577"/>
          <ac:spMkLst>
            <pc:docMk/>
            <pc:sldMk cId="691914273" sldId="269"/>
            <ac:spMk id="2" creationId="{8BEA3791-CD3D-75AE-B663-12DFEE1B8C4F}"/>
          </ac:spMkLst>
        </pc:spChg>
        <pc:spChg chg="del">
          <ac:chgData name="Oluwatosin Ayodele" userId="a8367082e9ab5402" providerId="LiveId" clId="{470A5ACE-1ED0-4AFC-9293-9D5F93EF709B}" dt="2026-08-03T15:47:43.033" v="1374" actId="478"/>
          <ac:spMkLst>
            <pc:docMk/>
            <pc:sldMk cId="691914273" sldId="269"/>
            <ac:spMk id="3" creationId="{EFE3FCA2-B168-EA16-5AB4-F497B9A50835}"/>
          </ac:spMkLst>
        </pc:spChg>
        <pc:spChg chg="mod">
          <ac:chgData name="Oluwatosin Ayodele" userId="a8367082e9ab5402" providerId="LiveId" clId="{470A5ACE-1ED0-4AFC-9293-9D5F93EF709B}" dt="2026-08-03T17:00:39.298" v="1946" actId="1076"/>
          <ac:spMkLst>
            <pc:docMk/>
            <pc:sldMk cId="691914273" sldId="269"/>
            <ac:spMk id="6" creationId="{56183383-325C-438F-7E25-52C859AA005B}"/>
          </ac:spMkLst>
        </pc:spChg>
        <pc:picChg chg="add mod modCrop">
          <ac:chgData name="Oluwatosin Ayodele" userId="a8367082e9ab5402" providerId="LiveId" clId="{470A5ACE-1ED0-4AFC-9293-9D5F93EF709B}" dt="2026-08-03T15:48:11.947" v="1381" actId="14100"/>
          <ac:picMkLst>
            <pc:docMk/>
            <pc:sldMk cId="691914273" sldId="269"/>
            <ac:picMk id="5" creationId="{AC44E7CE-24B2-0C3D-7CB0-E559370D1089}"/>
          </ac:picMkLst>
        </pc:picChg>
      </pc:sldChg>
      <pc:sldChg chg="addSp delSp modSp new mod setBg modClrScheme delDesignElem chgLayout">
        <pc:chgData name="Oluwatosin Ayodele" userId="a8367082e9ab5402" providerId="LiveId" clId="{470A5ACE-1ED0-4AFC-9293-9D5F93EF709B}" dt="2026-08-03T17:03:28.983" v="1979" actId="478"/>
        <pc:sldMkLst>
          <pc:docMk/>
          <pc:sldMk cId="3316776597" sldId="270"/>
        </pc:sldMkLst>
        <pc:spChg chg="del mod">
          <ac:chgData name="Oluwatosin Ayodele" userId="a8367082e9ab5402" providerId="LiveId" clId="{470A5ACE-1ED0-4AFC-9293-9D5F93EF709B}" dt="2026-08-03T16:29:26.823" v="1719" actId="478"/>
          <ac:spMkLst>
            <pc:docMk/>
            <pc:sldMk cId="3316776597" sldId="270"/>
            <ac:spMk id="2" creationId="{A84421F9-AD64-DE69-38BA-23F59A0F2731}"/>
          </ac:spMkLst>
        </pc:spChg>
        <pc:spChg chg="del">
          <ac:chgData name="Oluwatosin Ayodele" userId="a8367082e9ab5402" providerId="LiveId" clId="{470A5ACE-1ED0-4AFC-9293-9D5F93EF709B}" dt="2026-08-03T16:28:33.691" v="1716" actId="478"/>
          <ac:spMkLst>
            <pc:docMk/>
            <pc:sldMk cId="3316776597" sldId="270"/>
            <ac:spMk id="3" creationId="{2A5326AF-3224-2FBC-7C0B-B72CF5CD9C73}"/>
          </ac:spMkLst>
        </pc:spChg>
        <pc:spChg chg="add mod">
          <ac:chgData name="Oluwatosin Ayodele" userId="a8367082e9ab5402" providerId="LiveId" clId="{470A5ACE-1ED0-4AFC-9293-9D5F93EF709B}" dt="2026-08-03T16:49:09.494" v="1883" actId="20577"/>
          <ac:spMkLst>
            <pc:docMk/>
            <pc:sldMk cId="3316776597" sldId="270"/>
            <ac:spMk id="14" creationId="{D4011A12-C05B-89C3-A5BF-ED9B710A13A1}"/>
          </ac:spMkLst>
        </pc:spChg>
        <pc:spChg chg="add del">
          <ac:chgData name="Oluwatosin Ayodele" userId="a8367082e9ab5402" providerId="LiveId" clId="{470A5ACE-1ED0-4AFC-9293-9D5F93EF709B}" dt="2026-08-03T16:53:13.996" v="1886" actId="700"/>
          <ac:spMkLst>
            <pc:docMk/>
            <pc:sldMk cId="3316776597" sldId="270"/>
            <ac:spMk id="16" creationId="{0DBD4729-DBDF-40A6-9BA4-E4C97EF6DD37}"/>
          </ac:spMkLst>
        </pc:spChg>
        <pc:spChg chg="add del">
          <ac:chgData name="Oluwatosin Ayodele" userId="a8367082e9ab5402" providerId="LiveId" clId="{470A5ACE-1ED0-4AFC-9293-9D5F93EF709B}" dt="2026-08-03T16:53:13.996" v="1886" actId="700"/>
          <ac:spMkLst>
            <pc:docMk/>
            <pc:sldMk cId="3316776597" sldId="270"/>
            <ac:spMk id="18" creationId="{55125130-F4AB-465E-8AE2-E583FCAAB224}"/>
          </ac:spMkLst>
        </pc:spChg>
        <pc:spChg chg="add del">
          <ac:chgData name="Oluwatosin Ayodele" userId="a8367082e9ab5402" providerId="LiveId" clId="{470A5ACE-1ED0-4AFC-9293-9D5F93EF709B}" dt="2026-08-03T16:53:13.996" v="1886" actId="700"/>
          <ac:spMkLst>
            <pc:docMk/>
            <pc:sldMk cId="3316776597" sldId="270"/>
            <ac:spMk id="20" creationId="{E0BA65A2-0302-4468-ADA7-9EC3F9593F51}"/>
          </ac:spMkLst>
        </pc:spChg>
        <pc:spChg chg="add del">
          <ac:chgData name="Oluwatosin Ayodele" userId="a8367082e9ab5402" providerId="LiveId" clId="{470A5ACE-1ED0-4AFC-9293-9D5F93EF709B}" dt="2026-08-03T16:53:13.996" v="1886" actId="700"/>
          <ac:spMkLst>
            <pc:docMk/>
            <pc:sldMk cId="3316776597" sldId="270"/>
            <ac:spMk id="22" creationId="{2F8F80BB-E8B6-43B3-9462-B4D497D2802A}"/>
          </ac:spMkLst>
        </pc:spChg>
        <pc:spChg chg="add del">
          <ac:chgData name="Oluwatosin Ayodele" userId="a8367082e9ab5402" providerId="LiveId" clId="{470A5ACE-1ED0-4AFC-9293-9D5F93EF709B}" dt="2026-08-03T16:53:13.996" v="1886" actId="700"/>
          <ac:spMkLst>
            <pc:docMk/>
            <pc:sldMk cId="3316776597" sldId="270"/>
            <ac:spMk id="24" creationId="{942C8AD6-8796-482B-ACC1-6D686B08E7AC}"/>
          </ac:spMkLst>
        </pc:spChg>
        <pc:spChg chg="add mod ord">
          <ac:chgData name="Oluwatosin Ayodele" userId="a8367082e9ab5402" providerId="LiveId" clId="{470A5ACE-1ED0-4AFC-9293-9D5F93EF709B}" dt="2026-08-03T17:03:25.824" v="1978"/>
          <ac:spMkLst>
            <pc:docMk/>
            <pc:sldMk cId="3316776597" sldId="270"/>
            <ac:spMk id="25" creationId="{01138AC0-EA5B-1804-9554-44EC284A8D34}"/>
          </ac:spMkLst>
        </pc:spChg>
        <pc:spChg chg="add del">
          <ac:chgData name="Oluwatosin Ayodele" userId="a8367082e9ab5402" providerId="LiveId" clId="{470A5ACE-1ED0-4AFC-9293-9D5F93EF709B}" dt="2026-08-03T16:53:13.996" v="1886" actId="700"/>
          <ac:spMkLst>
            <pc:docMk/>
            <pc:sldMk cId="3316776597" sldId="270"/>
            <ac:spMk id="26" creationId="{B6B3BF72-6DFA-42DA-A667-9E3A1BCFF7EB}"/>
          </ac:spMkLst>
        </pc:spChg>
        <pc:spChg chg="add del mod ord">
          <ac:chgData name="Oluwatosin Ayodele" userId="a8367082e9ab5402" providerId="LiveId" clId="{470A5ACE-1ED0-4AFC-9293-9D5F93EF709B}" dt="2026-08-03T16:53:24.315" v="1887" actId="478"/>
          <ac:spMkLst>
            <pc:docMk/>
            <pc:sldMk cId="3316776597" sldId="270"/>
            <ac:spMk id="27" creationId="{E114C4D9-C6E2-CDF9-D7D0-D4B055AC1C0F}"/>
          </ac:spMkLst>
        </pc:spChg>
        <pc:spChg chg="add del mod">
          <ac:chgData name="Oluwatosin Ayodele" userId="a8367082e9ab5402" providerId="LiveId" clId="{470A5ACE-1ED0-4AFC-9293-9D5F93EF709B}" dt="2026-08-03T17:03:28.983" v="1979" actId="478"/>
          <ac:spMkLst>
            <pc:docMk/>
            <pc:sldMk cId="3316776597" sldId="270"/>
            <ac:spMk id="32" creationId="{601490B2-AA03-46E2-27DF-2B65A7DD85A3}"/>
          </ac:spMkLst>
        </pc:spChg>
        <pc:graphicFrameChg chg="add del mod">
          <ac:chgData name="Oluwatosin Ayodele" userId="a8367082e9ab5402" providerId="LiveId" clId="{470A5ACE-1ED0-4AFC-9293-9D5F93EF709B}" dt="2026-08-03T16:34:38.921" v="1766" actId="478"/>
          <ac:graphicFrameMkLst>
            <pc:docMk/>
            <pc:sldMk cId="3316776597" sldId="270"/>
            <ac:graphicFrameMk id="5" creationId="{48B7D369-A2FE-950D-0E71-6E31849E9035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34:30.934" v="1763" actId="478"/>
          <ac:graphicFrameMkLst>
            <pc:docMk/>
            <pc:sldMk cId="3316776597" sldId="270"/>
            <ac:graphicFrameMk id="7" creationId="{410FDC9F-C4E1-E37B-994E-ADDFE3765284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34:35.503" v="1765" actId="478"/>
          <ac:graphicFrameMkLst>
            <pc:docMk/>
            <pc:sldMk cId="3316776597" sldId="270"/>
            <ac:graphicFrameMk id="9" creationId="{1FEE83ED-2F76-AC2E-3657-9948CA6C79A8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45:11.604" v="1833" actId="478"/>
          <ac:graphicFrameMkLst>
            <pc:docMk/>
            <pc:sldMk cId="3316776597" sldId="270"/>
            <ac:graphicFrameMk id="11" creationId="{E08B4928-94A8-F1B0-FC30-E52594E39080}"/>
          </ac:graphicFrameMkLst>
        </pc:graphicFrameChg>
        <pc:graphicFrameChg chg="add mod modGraphic">
          <ac:chgData name="Oluwatosin Ayodele" userId="a8367082e9ab5402" providerId="LiveId" clId="{470A5ACE-1ED0-4AFC-9293-9D5F93EF709B}" dt="2026-08-03T16:54:03.696" v="1891" actId="2711"/>
          <ac:graphicFrameMkLst>
            <pc:docMk/>
            <pc:sldMk cId="3316776597" sldId="270"/>
            <ac:graphicFrameMk id="13" creationId="{07E4810F-78D0-B6D8-D8DA-ED07D7A5BF9E}"/>
          </ac:graphicFrameMkLst>
        </pc:graphicFrameChg>
        <pc:graphicFrameChg chg="add del mod">
          <ac:chgData name="Oluwatosin Ayodele" userId="a8367082e9ab5402" providerId="LiveId" clId="{470A5ACE-1ED0-4AFC-9293-9D5F93EF709B}" dt="2026-08-03T16:46:20.754" v="1838" actId="478"/>
          <ac:graphicFrameMkLst>
            <pc:docMk/>
            <pc:sldMk cId="3316776597" sldId="270"/>
            <ac:graphicFrameMk id="15" creationId="{7E89E7F8-8295-C635-A08F-7406C8C23069}"/>
          </ac:graphicFrameMkLst>
        </pc:graphicFrameChg>
        <pc:graphicFrameChg chg="add del mod">
          <ac:chgData name="Oluwatosin Ayodele" userId="a8367082e9ab5402" providerId="LiveId" clId="{470A5ACE-1ED0-4AFC-9293-9D5F93EF709B}" dt="2026-08-03T16:46:28.339" v="1840" actId="478"/>
          <ac:graphicFrameMkLst>
            <pc:docMk/>
            <pc:sldMk cId="3316776597" sldId="270"/>
            <ac:graphicFrameMk id="17" creationId="{8C6CF10D-2A64-D3EA-FC6B-36D741FC2B4B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46:25.072" v="1839" actId="478"/>
          <ac:graphicFrameMkLst>
            <pc:docMk/>
            <pc:sldMk cId="3316776597" sldId="270"/>
            <ac:graphicFrameMk id="19" creationId="{927072BF-E75D-13EF-3035-4C5567F4D351}"/>
          </ac:graphicFrameMkLst>
        </pc:graphicFrameChg>
        <pc:graphicFrameChg chg="add del mod modGraphic">
          <ac:chgData name="Oluwatosin Ayodele" userId="a8367082e9ab5402" providerId="LiveId" clId="{470A5ACE-1ED0-4AFC-9293-9D5F93EF709B}" dt="2026-08-03T16:46:47.555" v="1845" actId="478"/>
          <ac:graphicFrameMkLst>
            <pc:docMk/>
            <pc:sldMk cId="3316776597" sldId="270"/>
            <ac:graphicFrameMk id="21" creationId="{DF4B6D2A-EDF6-3E18-715A-4D380D59BCDD}"/>
          </ac:graphicFrameMkLst>
        </pc:graphicFrameChg>
        <pc:graphicFrameChg chg="add mod modGraphic">
          <ac:chgData name="Oluwatosin Ayodele" userId="a8367082e9ab5402" providerId="LiveId" clId="{470A5ACE-1ED0-4AFC-9293-9D5F93EF709B}" dt="2026-08-03T16:53:45.243" v="1890" actId="2711"/>
          <ac:graphicFrameMkLst>
            <pc:docMk/>
            <pc:sldMk cId="3316776597" sldId="270"/>
            <ac:graphicFrameMk id="23" creationId="{4A2D776F-6DEC-7E54-23B7-15ED7CA8A9ED}"/>
          </ac:graphicFrameMkLst>
        </pc:graphicFrameChg>
      </pc:sldChg>
      <pc:sldChg chg="addSp delSp modSp new mod setBg modClrScheme setClrOvrMap chgLayout">
        <pc:chgData name="Oluwatosin Ayodele" userId="a8367082e9ab5402" providerId="LiveId" clId="{470A5ACE-1ED0-4AFC-9293-9D5F93EF709B}" dt="2026-08-03T16:58:17.082" v="1939" actId="26606"/>
        <pc:sldMkLst>
          <pc:docMk/>
          <pc:sldMk cId="1441632357" sldId="271"/>
        </pc:sldMkLst>
        <pc:spChg chg="del mod">
          <ac:chgData name="Oluwatosin Ayodele" userId="a8367082e9ab5402" providerId="LiveId" clId="{470A5ACE-1ED0-4AFC-9293-9D5F93EF709B}" dt="2026-08-03T16:56:30.865" v="1922" actId="478"/>
          <ac:spMkLst>
            <pc:docMk/>
            <pc:sldMk cId="1441632357" sldId="271"/>
            <ac:spMk id="2" creationId="{5455E97B-BA2D-1579-A97B-3BE685371689}"/>
          </ac:spMkLst>
        </pc:spChg>
        <pc:spChg chg="mod ord">
          <ac:chgData name="Oluwatosin Ayodele" userId="a8367082e9ab5402" providerId="LiveId" clId="{470A5ACE-1ED0-4AFC-9293-9D5F93EF709B}" dt="2026-08-03T16:58:17.082" v="1939" actId="26606"/>
          <ac:spMkLst>
            <pc:docMk/>
            <pc:sldMk cId="1441632357" sldId="271"/>
            <ac:spMk id="3" creationId="{C68470A0-658F-9F7B-DF52-B3ED2EBC4418}"/>
          </ac:spMkLst>
        </pc:spChg>
        <pc:spChg chg="add">
          <ac:chgData name="Oluwatosin Ayodele" userId="a8367082e9ab5402" providerId="LiveId" clId="{470A5ACE-1ED0-4AFC-9293-9D5F93EF709B}" dt="2026-08-03T16:58:17.082" v="1939" actId="26606"/>
          <ac:spMkLst>
            <pc:docMk/>
            <pc:sldMk cId="1441632357" sldId="271"/>
            <ac:spMk id="8" creationId="{2F8F80BB-E8B6-43B3-9462-B4D497D2802A}"/>
          </ac:spMkLst>
        </pc:spChg>
        <pc:spChg chg="add">
          <ac:chgData name="Oluwatosin Ayodele" userId="a8367082e9ab5402" providerId="LiveId" clId="{470A5ACE-1ED0-4AFC-9293-9D5F93EF709B}" dt="2026-08-03T16:58:17.082" v="1939" actId="26606"/>
          <ac:spMkLst>
            <pc:docMk/>
            <pc:sldMk cId="1441632357" sldId="271"/>
            <ac:spMk id="9" creationId="{942C8AD6-8796-482B-ACC1-6D686B08E7AC}"/>
          </ac:spMkLst>
        </pc:spChg>
        <pc:spChg chg="add del">
          <ac:chgData name="Oluwatosin Ayodele" userId="a8367082e9ab5402" providerId="LiveId" clId="{470A5ACE-1ED0-4AFC-9293-9D5F93EF709B}" dt="2026-08-03T16:56:24.865" v="1920" actId="26606"/>
          <ac:spMkLst>
            <pc:docMk/>
            <pc:sldMk cId="1441632357" sldId="271"/>
            <ac:spMk id="10" creationId="{636F6DB7-CF8D-494A-82F6-13B58DCA9896}"/>
          </ac:spMkLst>
        </pc:spChg>
        <pc:spChg chg="add">
          <ac:chgData name="Oluwatosin Ayodele" userId="a8367082e9ab5402" providerId="LiveId" clId="{470A5ACE-1ED0-4AFC-9293-9D5F93EF709B}" dt="2026-08-03T16:58:17.082" v="1939" actId="26606"/>
          <ac:spMkLst>
            <pc:docMk/>
            <pc:sldMk cId="1441632357" sldId="271"/>
            <ac:spMk id="11" creationId="{B6B3BF72-6DFA-42DA-A667-9E3A1BCFF7EB}"/>
          </ac:spMkLst>
        </pc:spChg>
        <pc:spChg chg="add del">
          <ac:chgData name="Oluwatosin Ayodele" userId="a8367082e9ab5402" providerId="LiveId" clId="{470A5ACE-1ED0-4AFC-9293-9D5F93EF709B}" dt="2026-08-03T16:56:24.865" v="1920" actId="26606"/>
          <ac:spMkLst>
            <pc:docMk/>
            <pc:sldMk cId="1441632357" sldId="271"/>
            <ac:spMk id="12" creationId="{0B7E5194-6E82-4A44-99C3-FE7D87F34134}"/>
          </ac:spMkLst>
        </pc:spChg>
        <pc:grpChg chg="add del">
          <ac:chgData name="Oluwatosin Ayodele" userId="a8367082e9ab5402" providerId="LiveId" clId="{470A5ACE-1ED0-4AFC-9293-9D5F93EF709B}" dt="2026-08-03T16:56:24.865" v="1920" actId="26606"/>
          <ac:grpSpMkLst>
            <pc:docMk/>
            <pc:sldMk cId="1441632357" sldId="271"/>
            <ac:grpSpMk id="14" creationId="{49FCC1E1-84D3-494D-A0A0-286AFA1C3018}"/>
          </ac:grpSpMkLst>
        </pc:grpChg>
        <pc:picChg chg="add mod">
          <ac:chgData name="Oluwatosin Ayodele" userId="a8367082e9ab5402" providerId="LiveId" clId="{470A5ACE-1ED0-4AFC-9293-9D5F93EF709B}" dt="2026-08-03T16:58:17.082" v="1939" actId="26606"/>
          <ac:picMkLst>
            <pc:docMk/>
            <pc:sldMk cId="1441632357" sldId="271"/>
            <ac:picMk id="5" creationId="{8DDA0FE7-324D-5902-7109-81FEC5EECD01}"/>
          </ac:picMkLst>
        </pc:picChg>
        <pc:picChg chg="add del">
          <ac:chgData name="Oluwatosin Ayodele" userId="a8367082e9ab5402" providerId="LiveId" clId="{470A5ACE-1ED0-4AFC-9293-9D5F93EF709B}" dt="2026-08-03T16:56:24.865" v="1920" actId="26606"/>
          <ac:picMkLst>
            <pc:docMk/>
            <pc:sldMk cId="1441632357" sldId="271"/>
            <ac:picMk id="7" creationId="{EE34DFD9-1E53-0359-2355-259E0B79434C}"/>
          </ac:picMkLst>
        </pc:picChg>
      </pc:sldChg>
      <pc:sldChg chg="addSp delSp modSp new mod">
        <pc:chgData name="Oluwatosin Ayodele" userId="a8367082e9ab5402" providerId="LiveId" clId="{470A5ACE-1ED0-4AFC-9293-9D5F93EF709B}" dt="2026-08-03T18:36:11.048" v="2209" actId="20577"/>
        <pc:sldMkLst>
          <pc:docMk/>
          <pc:sldMk cId="2778267638" sldId="272"/>
        </pc:sldMkLst>
        <pc:spChg chg="mod">
          <ac:chgData name="Oluwatosin Ayodele" userId="a8367082e9ab5402" providerId="LiveId" clId="{470A5ACE-1ED0-4AFC-9293-9D5F93EF709B}" dt="2026-08-03T18:36:11.048" v="2209" actId="20577"/>
          <ac:spMkLst>
            <pc:docMk/>
            <pc:sldMk cId="2778267638" sldId="272"/>
            <ac:spMk id="2" creationId="{12BAF4BB-BFA0-C820-E773-C869D4647CBF}"/>
          </ac:spMkLst>
        </pc:spChg>
        <pc:spChg chg="del">
          <ac:chgData name="Oluwatosin Ayodele" userId="a8367082e9ab5402" providerId="LiveId" clId="{470A5ACE-1ED0-4AFC-9293-9D5F93EF709B}" dt="2026-08-03T18:18:53.487" v="2134" actId="478"/>
          <ac:spMkLst>
            <pc:docMk/>
            <pc:sldMk cId="2778267638" sldId="272"/>
            <ac:spMk id="3" creationId="{51E5AAEC-5C99-09F0-4866-67BA2C1EFB7B}"/>
          </ac:spMkLst>
        </pc:spChg>
        <pc:spChg chg="mod">
          <ac:chgData name="Oluwatosin Ayodele" userId="a8367082e9ab5402" providerId="LiveId" clId="{470A5ACE-1ED0-4AFC-9293-9D5F93EF709B}" dt="2026-08-03T18:19:04.656" v="2138" actId="1076"/>
          <ac:spMkLst>
            <pc:docMk/>
            <pc:sldMk cId="2778267638" sldId="272"/>
            <ac:spMk id="4" creationId="{9E2495C2-27EE-C2C7-B254-1DDAC612B70D}"/>
          </ac:spMkLst>
        </pc:spChg>
        <pc:picChg chg="add mod modCrop">
          <ac:chgData name="Oluwatosin Ayodele" userId="a8367082e9ab5402" providerId="LiveId" clId="{470A5ACE-1ED0-4AFC-9293-9D5F93EF709B}" dt="2026-08-03T18:19:08.358" v="2139" actId="1076"/>
          <ac:picMkLst>
            <pc:docMk/>
            <pc:sldMk cId="2778267638" sldId="272"/>
            <ac:picMk id="6" creationId="{AC2D3117-E952-8D27-F6FC-59892190A1F8}"/>
          </ac:picMkLst>
        </pc:picChg>
      </pc:sldChg>
      <pc:sldChg chg="addSp delSp modSp new mod">
        <pc:chgData name="Oluwatosin Ayodele" userId="a8367082e9ab5402" providerId="LiveId" clId="{470A5ACE-1ED0-4AFC-9293-9D5F93EF709B}" dt="2026-08-03T18:36:16.062" v="2211" actId="20577"/>
        <pc:sldMkLst>
          <pc:docMk/>
          <pc:sldMk cId="1085742608" sldId="273"/>
        </pc:sldMkLst>
        <pc:spChg chg="mod">
          <ac:chgData name="Oluwatosin Ayodele" userId="a8367082e9ab5402" providerId="LiveId" clId="{470A5ACE-1ED0-4AFC-9293-9D5F93EF709B}" dt="2026-08-03T18:36:16.062" v="2211" actId="20577"/>
          <ac:spMkLst>
            <pc:docMk/>
            <pc:sldMk cId="1085742608" sldId="273"/>
            <ac:spMk id="2" creationId="{2B9636C8-A8B0-6ED6-5966-3D9412AB72AA}"/>
          </ac:spMkLst>
        </pc:spChg>
        <pc:spChg chg="del">
          <ac:chgData name="Oluwatosin Ayodele" userId="a8367082e9ab5402" providerId="LiveId" clId="{470A5ACE-1ED0-4AFC-9293-9D5F93EF709B}" dt="2026-08-03T18:19:31.891" v="2141" actId="478"/>
          <ac:spMkLst>
            <pc:docMk/>
            <pc:sldMk cId="1085742608" sldId="273"/>
            <ac:spMk id="3" creationId="{03678086-66CF-5208-34A0-83CC9268D1DD}"/>
          </ac:spMkLst>
        </pc:spChg>
        <pc:spChg chg="mod">
          <ac:chgData name="Oluwatosin Ayodele" userId="a8367082e9ab5402" providerId="LiveId" clId="{470A5ACE-1ED0-4AFC-9293-9D5F93EF709B}" dt="2026-08-03T18:19:57.875" v="2147" actId="1076"/>
          <ac:spMkLst>
            <pc:docMk/>
            <pc:sldMk cId="1085742608" sldId="273"/>
            <ac:spMk id="4" creationId="{54123837-A504-47E3-418C-5027A5FE1B42}"/>
          </ac:spMkLst>
        </pc:spChg>
        <pc:picChg chg="add mod modCrop">
          <ac:chgData name="Oluwatosin Ayodele" userId="a8367082e9ab5402" providerId="LiveId" clId="{470A5ACE-1ED0-4AFC-9293-9D5F93EF709B}" dt="2026-08-03T18:20:03.957" v="2149" actId="14100"/>
          <ac:picMkLst>
            <pc:docMk/>
            <pc:sldMk cId="1085742608" sldId="273"/>
            <ac:picMk id="6" creationId="{0CA42950-45E4-0547-AD95-4EBFDC5E52CD}"/>
          </ac:picMkLst>
        </pc:picChg>
      </pc:sldChg>
      <pc:sldChg chg="addSp delSp modSp new mod">
        <pc:chgData name="Oluwatosin Ayodele" userId="a8367082e9ab5402" providerId="LiveId" clId="{470A5ACE-1ED0-4AFC-9293-9D5F93EF709B}" dt="2026-08-03T18:36:21.729" v="2214" actId="20577"/>
        <pc:sldMkLst>
          <pc:docMk/>
          <pc:sldMk cId="3351118838" sldId="274"/>
        </pc:sldMkLst>
        <pc:spChg chg="mod">
          <ac:chgData name="Oluwatosin Ayodele" userId="a8367082e9ab5402" providerId="LiveId" clId="{470A5ACE-1ED0-4AFC-9293-9D5F93EF709B}" dt="2026-08-03T18:36:21.729" v="2214" actId="20577"/>
          <ac:spMkLst>
            <pc:docMk/>
            <pc:sldMk cId="3351118838" sldId="274"/>
            <ac:spMk id="2" creationId="{CEDA0B2B-10E4-420F-90F2-BE2E014EC37C}"/>
          </ac:spMkLst>
        </pc:spChg>
        <pc:spChg chg="del">
          <ac:chgData name="Oluwatosin Ayodele" userId="a8367082e9ab5402" providerId="LiveId" clId="{470A5ACE-1ED0-4AFC-9293-9D5F93EF709B}" dt="2026-08-03T18:20:26.213" v="2151" actId="478"/>
          <ac:spMkLst>
            <pc:docMk/>
            <pc:sldMk cId="3351118838" sldId="274"/>
            <ac:spMk id="3" creationId="{94B4FB95-4EF7-ED50-F621-CBFB798F1440}"/>
          </ac:spMkLst>
        </pc:spChg>
        <pc:spChg chg="mod">
          <ac:chgData name="Oluwatosin Ayodele" userId="a8367082e9ab5402" providerId="LiveId" clId="{470A5ACE-1ED0-4AFC-9293-9D5F93EF709B}" dt="2026-08-03T18:20:53.776" v="2157" actId="1076"/>
          <ac:spMkLst>
            <pc:docMk/>
            <pc:sldMk cId="3351118838" sldId="274"/>
            <ac:spMk id="4" creationId="{EB112F50-7F45-8D8E-B566-22B0DADFFC7F}"/>
          </ac:spMkLst>
        </pc:spChg>
        <pc:picChg chg="add mod modCrop">
          <ac:chgData name="Oluwatosin Ayodele" userId="a8367082e9ab5402" providerId="LiveId" clId="{470A5ACE-1ED0-4AFC-9293-9D5F93EF709B}" dt="2026-08-03T18:21:04.600" v="2161" actId="1076"/>
          <ac:picMkLst>
            <pc:docMk/>
            <pc:sldMk cId="3351118838" sldId="274"/>
            <ac:picMk id="6" creationId="{541C8B45-27FE-9664-3E10-CDCEF72590A7}"/>
          </ac:picMkLst>
        </pc:picChg>
      </pc:sldChg>
      <pc:sldChg chg="addSp delSp modSp new mod">
        <pc:chgData name="Oluwatosin Ayodele" userId="a8367082e9ab5402" providerId="LiveId" clId="{470A5ACE-1ED0-4AFC-9293-9D5F93EF709B}" dt="2026-08-03T18:36:31.330" v="2216" actId="20577"/>
        <pc:sldMkLst>
          <pc:docMk/>
          <pc:sldMk cId="1153934639" sldId="275"/>
        </pc:sldMkLst>
        <pc:spChg chg="mod">
          <ac:chgData name="Oluwatosin Ayodele" userId="a8367082e9ab5402" providerId="LiveId" clId="{470A5ACE-1ED0-4AFC-9293-9D5F93EF709B}" dt="2026-08-03T18:36:31.330" v="2216" actId="20577"/>
          <ac:spMkLst>
            <pc:docMk/>
            <pc:sldMk cId="1153934639" sldId="275"/>
            <ac:spMk id="2" creationId="{04CA5DB3-3C5E-D2EF-4DBC-0D8ADBD130C3}"/>
          </ac:spMkLst>
        </pc:spChg>
        <pc:spChg chg="del">
          <ac:chgData name="Oluwatosin Ayodele" userId="a8367082e9ab5402" providerId="LiveId" clId="{470A5ACE-1ED0-4AFC-9293-9D5F93EF709B}" dt="2026-08-03T18:21:13.155" v="2163" actId="478"/>
          <ac:spMkLst>
            <pc:docMk/>
            <pc:sldMk cId="1153934639" sldId="275"/>
            <ac:spMk id="3" creationId="{75F900B8-14D0-FA9F-B981-03FCF158ED2A}"/>
          </ac:spMkLst>
        </pc:spChg>
        <pc:picChg chg="add mod modCrop">
          <ac:chgData name="Oluwatosin Ayodele" userId="a8367082e9ab5402" providerId="LiveId" clId="{470A5ACE-1ED0-4AFC-9293-9D5F93EF709B}" dt="2026-08-03T18:35:40.155" v="2189" actId="14100"/>
          <ac:picMkLst>
            <pc:docMk/>
            <pc:sldMk cId="1153934639" sldId="275"/>
            <ac:picMk id="6" creationId="{83A775E8-53E1-2BF6-5F42-CDEAB5229933}"/>
          </ac:picMkLst>
        </pc:picChg>
      </pc:sldChg>
      <pc:sldChg chg="addSp delSp modSp new mod">
        <pc:chgData name="Oluwatosin Ayodele" userId="a8367082e9ab5402" providerId="LiveId" clId="{470A5ACE-1ED0-4AFC-9293-9D5F93EF709B}" dt="2026-08-03T18:37:05.691" v="2225" actId="20577"/>
        <pc:sldMkLst>
          <pc:docMk/>
          <pc:sldMk cId="1712797347" sldId="276"/>
        </pc:sldMkLst>
        <pc:spChg chg="mod">
          <ac:chgData name="Oluwatosin Ayodele" userId="a8367082e9ab5402" providerId="LiveId" clId="{470A5ACE-1ED0-4AFC-9293-9D5F93EF709B}" dt="2026-08-03T18:37:05.691" v="2225" actId="20577"/>
          <ac:spMkLst>
            <pc:docMk/>
            <pc:sldMk cId="1712797347" sldId="276"/>
            <ac:spMk id="2" creationId="{04839D32-CDAB-A45A-14B4-26723BF37A8E}"/>
          </ac:spMkLst>
        </pc:spChg>
        <pc:spChg chg="del">
          <ac:chgData name="Oluwatosin Ayodele" userId="a8367082e9ab5402" providerId="LiveId" clId="{470A5ACE-1ED0-4AFC-9293-9D5F93EF709B}" dt="2026-08-03T18:36:52.796" v="2219" actId="478"/>
          <ac:spMkLst>
            <pc:docMk/>
            <pc:sldMk cId="1712797347" sldId="276"/>
            <ac:spMk id="3" creationId="{C15AF10F-388A-85A1-89CB-79D8460E033B}"/>
          </ac:spMkLst>
        </pc:spChg>
        <pc:picChg chg="add mod modCrop">
          <ac:chgData name="Oluwatosin Ayodele" userId="a8367082e9ab5402" providerId="LiveId" clId="{470A5ACE-1ED0-4AFC-9293-9D5F93EF709B}" dt="2026-08-03T18:37:01.768" v="2222" actId="14100"/>
          <ac:picMkLst>
            <pc:docMk/>
            <pc:sldMk cId="1712797347" sldId="276"/>
            <ac:picMk id="6" creationId="{18F046EC-ED8E-5D0E-407C-54EE885E2DCA}"/>
          </ac:picMkLst>
        </pc:picChg>
      </pc:sldChg>
      <pc:sldChg chg="addSp delSp modSp new mod">
        <pc:chgData name="Oluwatosin Ayodele" userId="a8367082e9ab5402" providerId="LiveId" clId="{470A5ACE-1ED0-4AFC-9293-9D5F93EF709B}" dt="2026-08-03T18:37:40.455" v="2233" actId="20577"/>
        <pc:sldMkLst>
          <pc:docMk/>
          <pc:sldMk cId="3288114693" sldId="277"/>
        </pc:sldMkLst>
        <pc:spChg chg="mod">
          <ac:chgData name="Oluwatosin Ayodele" userId="a8367082e9ab5402" providerId="LiveId" clId="{470A5ACE-1ED0-4AFC-9293-9D5F93EF709B}" dt="2026-08-03T18:37:40.455" v="2233" actId="20577"/>
          <ac:spMkLst>
            <pc:docMk/>
            <pc:sldMk cId="3288114693" sldId="277"/>
            <ac:spMk id="2" creationId="{AA6F4DDE-7B14-883E-E73D-0131701C0669}"/>
          </ac:spMkLst>
        </pc:spChg>
        <pc:spChg chg="del">
          <ac:chgData name="Oluwatosin Ayodele" userId="a8367082e9ab5402" providerId="LiveId" clId="{470A5ACE-1ED0-4AFC-9293-9D5F93EF709B}" dt="2026-08-03T18:37:28.944" v="2228" actId="478"/>
          <ac:spMkLst>
            <pc:docMk/>
            <pc:sldMk cId="3288114693" sldId="277"/>
            <ac:spMk id="3" creationId="{A20EDCC8-E11A-E8B7-51D6-7E214A342B26}"/>
          </ac:spMkLst>
        </pc:spChg>
        <pc:picChg chg="add del">
          <ac:chgData name="Oluwatosin Ayodele" userId="a8367082e9ab5402" providerId="LiveId" clId="{470A5ACE-1ED0-4AFC-9293-9D5F93EF709B}" dt="2026-08-03T18:22:40.109" v="2169" actId="478"/>
          <ac:picMkLst>
            <pc:docMk/>
            <pc:sldMk cId="3288114693" sldId="277"/>
            <ac:picMk id="6" creationId="{284251D9-D782-3253-8397-88F23302D941}"/>
          </ac:picMkLst>
        </pc:picChg>
        <pc:picChg chg="add mod modCrop">
          <ac:chgData name="Oluwatosin Ayodele" userId="a8367082e9ab5402" providerId="LiveId" clId="{470A5ACE-1ED0-4AFC-9293-9D5F93EF709B}" dt="2026-08-03T18:37:36.097" v="2230" actId="14100"/>
          <ac:picMkLst>
            <pc:docMk/>
            <pc:sldMk cId="3288114693" sldId="277"/>
            <ac:picMk id="8" creationId="{AF548E8C-1D19-3770-5A30-FB2231F0E86A}"/>
          </ac:picMkLst>
        </pc:picChg>
      </pc:sldChg>
      <pc:sldChg chg="addSp delSp modSp new mod">
        <pc:chgData name="Oluwatosin Ayodele" userId="a8367082e9ab5402" providerId="LiveId" clId="{470A5ACE-1ED0-4AFC-9293-9D5F93EF709B}" dt="2026-08-03T18:37:55.248" v="2236" actId="20577"/>
        <pc:sldMkLst>
          <pc:docMk/>
          <pc:sldMk cId="2119215897" sldId="278"/>
        </pc:sldMkLst>
        <pc:spChg chg="mod">
          <ac:chgData name="Oluwatosin Ayodele" userId="a8367082e9ab5402" providerId="LiveId" clId="{470A5ACE-1ED0-4AFC-9293-9D5F93EF709B}" dt="2026-08-03T18:37:55.248" v="2236" actId="20577"/>
          <ac:spMkLst>
            <pc:docMk/>
            <pc:sldMk cId="2119215897" sldId="278"/>
            <ac:spMk id="2" creationId="{D8450308-187E-523B-901B-F32D02FCD03B}"/>
          </ac:spMkLst>
        </pc:spChg>
        <pc:spChg chg="del">
          <ac:chgData name="Oluwatosin Ayodele" userId="a8367082e9ab5402" providerId="LiveId" clId="{470A5ACE-1ED0-4AFC-9293-9D5F93EF709B}" dt="2026-08-03T18:24:18.824" v="2182" actId="478"/>
          <ac:spMkLst>
            <pc:docMk/>
            <pc:sldMk cId="2119215897" sldId="278"/>
            <ac:spMk id="3" creationId="{E1470B38-75E2-C6EF-DF18-BAD2468AF6EB}"/>
          </ac:spMkLst>
        </pc:spChg>
        <pc:picChg chg="add mod modCrop">
          <ac:chgData name="Oluwatosin Ayodele" userId="a8367082e9ab5402" providerId="LiveId" clId="{470A5ACE-1ED0-4AFC-9293-9D5F93EF709B}" dt="2026-08-03T18:24:25.080" v="2184" actId="14100"/>
          <ac:picMkLst>
            <pc:docMk/>
            <pc:sldMk cId="2119215897" sldId="278"/>
            <ac:picMk id="6" creationId="{25E8C01E-9429-5461-10E0-45FFCCFBB367}"/>
          </ac:picMkLst>
        </pc:picChg>
      </pc:sldChg>
      <pc:sldChg chg="addSp delSp modSp new mod">
        <pc:chgData name="Oluwatosin Ayodele" userId="a8367082e9ab5402" providerId="LiveId" clId="{470A5ACE-1ED0-4AFC-9293-9D5F93EF709B}" dt="2026-08-03T18:38:42.737" v="2239" actId="20577"/>
        <pc:sldMkLst>
          <pc:docMk/>
          <pc:sldMk cId="933612835" sldId="279"/>
        </pc:sldMkLst>
        <pc:spChg chg="mod">
          <ac:chgData name="Oluwatosin Ayodele" userId="a8367082e9ab5402" providerId="LiveId" clId="{470A5ACE-1ED0-4AFC-9293-9D5F93EF709B}" dt="2026-08-03T18:38:42.737" v="2239" actId="20577"/>
          <ac:spMkLst>
            <pc:docMk/>
            <pc:sldMk cId="933612835" sldId="279"/>
            <ac:spMk id="2" creationId="{7BF5236B-3A72-DDAC-ABE6-902E1615665D}"/>
          </ac:spMkLst>
        </pc:spChg>
        <pc:spChg chg="del">
          <ac:chgData name="Oluwatosin Ayodele" userId="a8367082e9ab5402" providerId="LiveId" clId="{470A5ACE-1ED0-4AFC-9293-9D5F93EF709B}" dt="2026-08-03T18:23:50.641" v="2177" actId="478"/>
          <ac:spMkLst>
            <pc:docMk/>
            <pc:sldMk cId="933612835" sldId="279"/>
            <ac:spMk id="3" creationId="{6901A731-4C44-DB57-723F-5938EEE39D4A}"/>
          </ac:spMkLst>
        </pc:spChg>
        <pc:picChg chg="add mod modCrop">
          <ac:chgData name="Oluwatosin Ayodele" userId="a8367082e9ab5402" providerId="LiveId" clId="{470A5ACE-1ED0-4AFC-9293-9D5F93EF709B}" dt="2026-08-03T18:23:56.137" v="2179" actId="14100"/>
          <ac:picMkLst>
            <pc:docMk/>
            <pc:sldMk cId="933612835" sldId="279"/>
            <ac:picMk id="6" creationId="{8A3E85BB-97A9-043E-1CB6-74EBA43A6B9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43DD27-C399-4A3E-94A2-02619E48550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A09277-5CD6-41D5-A1BC-CC71B1C58DB3}">
      <dgm:prSet/>
      <dgm:spPr/>
      <dgm:t>
        <a:bodyPr/>
        <a:lstStyle/>
        <a:p>
          <a:r>
            <a:rPr lang="en-GB"/>
            <a:t>The organisation's disconnected systems restricted effective monitoring of outage causes, customer impact, restoration performance, and SLA compliance.</a:t>
          </a:r>
          <a:endParaRPr lang="en-US"/>
        </a:p>
      </dgm:t>
    </dgm:pt>
    <dgm:pt modelId="{82432812-5F1A-4FE7-A33F-7D1D6D89A4E1}" type="parTrans" cxnId="{ADDA88F2-AAFD-4C0C-810C-4C289B4CD693}">
      <dgm:prSet/>
      <dgm:spPr/>
      <dgm:t>
        <a:bodyPr/>
        <a:lstStyle/>
        <a:p>
          <a:endParaRPr lang="en-US"/>
        </a:p>
      </dgm:t>
    </dgm:pt>
    <dgm:pt modelId="{CD463C1C-D086-4808-84AF-B33FD57C13E3}" type="sibTrans" cxnId="{ADDA88F2-AAFD-4C0C-810C-4C289B4CD693}">
      <dgm:prSet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CDFB448F-BD16-4C9D-932F-6F57067AB111}">
      <dgm:prSet/>
      <dgm:spPr/>
      <dgm:t>
        <a:bodyPr/>
        <a:lstStyle/>
        <a:p>
          <a:r>
            <a:rPr lang="en-GB"/>
            <a:t>To address these challenges, the project integrated outage, alarm, customer, vendor, maintenance, and SLA data into a star-schema data model. </a:t>
          </a:r>
          <a:endParaRPr lang="en-US"/>
        </a:p>
      </dgm:t>
    </dgm:pt>
    <dgm:pt modelId="{5C5648D9-6C12-4C87-AA36-CA79B40B8CFC}" type="parTrans" cxnId="{02A152FF-D65E-47B8-87B7-4D26DB785B14}">
      <dgm:prSet/>
      <dgm:spPr/>
      <dgm:t>
        <a:bodyPr/>
        <a:lstStyle/>
        <a:p>
          <a:endParaRPr lang="en-US"/>
        </a:p>
      </dgm:t>
    </dgm:pt>
    <dgm:pt modelId="{822E096F-03FD-41EE-88BB-2BD39AFACD59}" type="sibTrans" cxnId="{02A152FF-D65E-47B8-87B7-4D26DB785B14}">
      <dgm:prSet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84037F48-C12B-4064-A72B-4315F9353048}">
      <dgm:prSet/>
      <dgm:spPr/>
      <dgm:t>
        <a:bodyPr/>
        <a:lstStyle/>
        <a:p>
          <a:r>
            <a:rPr lang="en-GB"/>
            <a:t>SQL Server was used for data preparation, while Power BI was employed to develop interactive dashboards that support network performance monitoring and service improvement.</a:t>
          </a:r>
          <a:endParaRPr lang="en-US"/>
        </a:p>
      </dgm:t>
    </dgm:pt>
    <dgm:pt modelId="{EE2D93F8-82DD-4167-A5EB-47874C04154F}" type="parTrans" cxnId="{4F0AB453-BD85-4E77-8D54-AE0AFED89740}">
      <dgm:prSet/>
      <dgm:spPr/>
      <dgm:t>
        <a:bodyPr/>
        <a:lstStyle/>
        <a:p>
          <a:endParaRPr lang="en-US"/>
        </a:p>
      </dgm:t>
    </dgm:pt>
    <dgm:pt modelId="{5BCA46B8-3594-4B86-9AB3-7EAC6D9699FC}" type="sibTrans" cxnId="{4F0AB453-BD85-4E77-8D54-AE0AFED89740}">
      <dgm:prSet/>
      <dgm:spPr/>
      <dgm:t>
        <a:bodyPr/>
        <a:lstStyle/>
        <a:p>
          <a:endParaRPr lang="en-US"/>
        </a:p>
      </dgm:t>
    </dgm:pt>
    <dgm:pt modelId="{1BCE4269-C0E8-4354-9E0F-94B91D781508}">
      <dgm:prSet/>
      <dgm:spPr/>
      <dgm:t>
        <a:bodyPr/>
        <a:lstStyle/>
        <a:p>
          <a:r>
            <a:rPr lang="en-GB" dirty="0"/>
            <a:t>Brit Connect Mobile &amp; Broadband Ltd., a UK telecommunications provider, was found to experience frequent network outages and service disruptions across its mobile and broadband services. </a:t>
          </a:r>
          <a:endParaRPr lang="en-US" dirty="0"/>
        </a:p>
      </dgm:t>
    </dgm:pt>
    <dgm:pt modelId="{339AF793-BFC9-4720-9D4A-A6DD1A5619EA}" type="sibTrans" cxnId="{A6A04896-B8E7-4ECE-9D19-F211498B565F}">
      <dgm:prSet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D340C30A-D8C4-4400-BE19-639B3AA40610}" type="parTrans" cxnId="{A6A04896-B8E7-4ECE-9D19-F211498B565F}">
      <dgm:prSet/>
      <dgm:spPr/>
      <dgm:t>
        <a:bodyPr/>
        <a:lstStyle/>
        <a:p>
          <a:endParaRPr lang="en-US"/>
        </a:p>
      </dgm:t>
    </dgm:pt>
    <dgm:pt modelId="{29DA1468-48C7-4711-8AB3-78B76D16264F}" type="pres">
      <dgm:prSet presAssocID="{5E43DD27-C399-4A3E-94A2-02619E48550B}" presName="outerComposite" presStyleCnt="0">
        <dgm:presLayoutVars>
          <dgm:chMax val="5"/>
          <dgm:dir/>
          <dgm:resizeHandles val="exact"/>
        </dgm:presLayoutVars>
      </dgm:prSet>
      <dgm:spPr/>
    </dgm:pt>
    <dgm:pt modelId="{21B72009-9EE7-4B04-A4BB-56AE6FB8A5FE}" type="pres">
      <dgm:prSet presAssocID="{5E43DD27-C399-4A3E-94A2-02619E48550B}" presName="dummyMaxCanvas" presStyleCnt="0">
        <dgm:presLayoutVars/>
      </dgm:prSet>
      <dgm:spPr/>
    </dgm:pt>
    <dgm:pt modelId="{0C5FE61E-1619-4EE2-8159-8E1D56F1AB5E}" type="pres">
      <dgm:prSet presAssocID="{5E43DD27-C399-4A3E-94A2-02619E48550B}" presName="FourNodes_1" presStyleLbl="node1" presStyleIdx="0" presStyleCnt="4">
        <dgm:presLayoutVars>
          <dgm:bulletEnabled val="1"/>
        </dgm:presLayoutVars>
      </dgm:prSet>
      <dgm:spPr/>
    </dgm:pt>
    <dgm:pt modelId="{6F75DFEA-A2F3-4DF6-831C-CA9A8E044838}" type="pres">
      <dgm:prSet presAssocID="{5E43DD27-C399-4A3E-94A2-02619E48550B}" presName="FourNodes_2" presStyleLbl="node1" presStyleIdx="1" presStyleCnt="4">
        <dgm:presLayoutVars>
          <dgm:bulletEnabled val="1"/>
        </dgm:presLayoutVars>
      </dgm:prSet>
      <dgm:spPr/>
    </dgm:pt>
    <dgm:pt modelId="{DC5CAE83-CEA9-472E-BD19-1C755957D7BD}" type="pres">
      <dgm:prSet presAssocID="{5E43DD27-C399-4A3E-94A2-02619E48550B}" presName="FourNodes_3" presStyleLbl="node1" presStyleIdx="2" presStyleCnt="4">
        <dgm:presLayoutVars>
          <dgm:bulletEnabled val="1"/>
        </dgm:presLayoutVars>
      </dgm:prSet>
      <dgm:spPr/>
    </dgm:pt>
    <dgm:pt modelId="{CED7FB2D-3AC1-4E5A-A3EA-0FE6C4409DAA}" type="pres">
      <dgm:prSet presAssocID="{5E43DD27-C399-4A3E-94A2-02619E48550B}" presName="FourNodes_4" presStyleLbl="node1" presStyleIdx="3" presStyleCnt="4">
        <dgm:presLayoutVars>
          <dgm:bulletEnabled val="1"/>
        </dgm:presLayoutVars>
      </dgm:prSet>
      <dgm:spPr/>
    </dgm:pt>
    <dgm:pt modelId="{C1D730C8-0DA3-4866-BC3C-8D455C5C9D9B}" type="pres">
      <dgm:prSet presAssocID="{5E43DD27-C399-4A3E-94A2-02619E48550B}" presName="FourConn_1-2" presStyleLbl="fgAccFollowNode1" presStyleIdx="0" presStyleCnt="3">
        <dgm:presLayoutVars>
          <dgm:bulletEnabled val="1"/>
        </dgm:presLayoutVars>
      </dgm:prSet>
      <dgm:spPr/>
    </dgm:pt>
    <dgm:pt modelId="{BE982611-4118-4AAF-AAD4-C85C43707242}" type="pres">
      <dgm:prSet presAssocID="{5E43DD27-C399-4A3E-94A2-02619E48550B}" presName="FourConn_2-3" presStyleLbl="fgAccFollowNode1" presStyleIdx="1" presStyleCnt="3">
        <dgm:presLayoutVars>
          <dgm:bulletEnabled val="1"/>
        </dgm:presLayoutVars>
      </dgm:prSet>
      <dgm:spPr/>
    </dgm:pt>
    <dgm:pt modelId="{36309C69-A3B1-4C9A-B506-0AEFD2E28236}" type="pres">
      <dgm:prSet presAssocID="{5E43DD27-C399-4A3E-94A2-02619E48550B}" presName="FourConn_3-4" presStyleLbl="fgAccFollowNode1" presStyleIdx="2" presStyleCnt="3">
        <dgm:presLayoutVars>
          <dgm:bulletEnabled val="1"/>
        </dgm:presLayoutVars>
      </dgm:prSet>
      <dgm:spPr/>
    </dgm:pt>
    <dgm:pt modelId="{885DD076-BBF7-4D08-BFC5-5AE045354BE4}" type="pres">
      <dgm:prSet presAssocID="{5E43DD27-C399-4A3E-94A2-02619E48550B}" presName="FourNodes_1_text" presStyleLbl="node1" presStyleIdx="3" presStyleCnt="4">
        <dgm:presLayoutVars>
          <dgm:bulletEnabled val="1"/>
        </dgm:presLayoutVars>
      </dgm:prSet>
      <dgm:spPr/>
    </dgm:pt>
    <dgm:pt modelId="{CA30291D-CFA0-4BDD-8246-3FAF7977343C}" type="pres">
      <dgm:prSet presAssocID="{5E43DD27-C399-4A3E-94A2-02619E48550B}" presName="FourNodes_2_text" presStyleLbl="node1" presStyleIdx="3" presStyleCnt="4">
        <dgm:presLayoutVars>
          <dgm:bulletEnabled val="1"/>
        </dgm:presLayoutVars>
      </dgm:prSet>
      <dgm:spPr/>
    </dgm:pt>
    <dgm:pt modelId="{9B2357F6-CDEB-4C15-BF04-7FAF4FAA252A}" type="pres">
      <dgm:prSet presAssocID="{5E43DD27-C399-4A3E-94A2-02619E48550B}" presName="FourNodes_3_text" presStyleLbl="node1" presStyleIdx="3" presStyleCnt="4">
        <dgm:presLayoutVars>
          <dgm:bulletEnabled val="1"/>
        </dgm:presLayoutVars>
      </dgm:prSet>
      <dgm:spPr/>
    </dgm:pt>
    <dgm:pt modelId="{5B16759D-84BA-4692-B976-4D908E2A29E4}" type="pres">
      <dgm:prSet presAssocID="{5E43DD27-C399-4A3E-94A2-02619E48550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9A9902C-220D-4160-B398-124E53980CB8}" type="presOf" srcId="{37A09277-5CD6-41D5-A1BC-CC71B1C58DB3}" destId="{6F75DFEA-A2F3-4DF6-831C-CA9A8E044838}" srcOrd="0" destOrd="0" presId="urn:microsoft.com/office/officeart/2005/8/layout/vProcess5"/>
    <dgm:cxn modelId="{535AC43C-AD71-4057-A979-6933B132B04E}" type="presOf" srcId="{339AF793-BFC9-4720-9D4A-A6DD1A5619EA}" destId="{C1D730C8-0DA3-4866-BC3C-8D455C5C9D9B}" srcOrd="0" destOrd="0" presId="urn:microsoft.com/office/officeart/2005/8/layout/vProcess5"/>
    <dgm:cxn modelId="{874E0562-17E0-4356-83F5-56A7ABFC3952}" type="presOf" srcId="{84037F48-C12B-4064-A72B-4315F9353048}" destId="{5B16759D-84BA-4692-B976-4D908E2A29E4}" srcOrd="1" destOrd="0" presId="urn:microsoft.com/office/officeart/2005/8/layout/vProcess5"/>
    <dgm:cxn modelId="{6B8E1869-FDF9-4DFA-A694-B8F59F80E7BB}" type="presOf" srcId="{CDFB448F-BD16-4C9D-932F-6F57067AB111}" destId="{DC5CAE83-CEA9-472E-BD19-1C755957D7BD}" srcOrd="0" destOrd="0" presId="urn:microsoft.com/office/officeart/2005/8/layout/vProcess5"/>
    <dgm:cxn modelId="{237ED96E-E810-42FF-A3C6-8AA4C846B048}" type="presOf" srcId="{1BCE4269-C0E8-4354-9E0F-94B91D781508}" destId="{885DD076-BBF7-4D08-BFC5-5AE045354BE4}" srcOrd="1" destOrd="0" presId="urn:microsoft.com/office/officeart/2005/8/layout/vProcess5"/>
    <dgm:cxn modelId="{4F0AB453-BD85-4E77-8D54-AE0AFED89740}" srcId="{5E43DD27-C399-4A3E-94A2-02619E48550B}" destId="{84037F48-C12B-4064-A72B-4315F9353048}" srcOrd="3" destOrd="0" parTransId="{EE2D93F8-82DD-4167-A5EB-47874C04154F}" sibTransId="{5BCA46B8-3594-4B86-9AB3-7EAC6D9699FC}"/>
    <dgm:cxn modelId="{80F85384-42C5-48D7-A33A-3C13B79FB5D4}" type="presOf" srcId="{5E43DD27-C399-4A3E-94A2-02619E48550B}" destId="{29DA1468-48C7-4711-8AB3-78B76D16264F}" srcOrd="0" destOrd="0" presId="urn:microsoft.com/office/officeart/2005/8/layout/vProcess5"/>
    <dgm:cxn modelId="{8EA8FC84-91FD-4699-AACB-5ECC08D20E80}" type="presOf" srcId="{1BCE4269-C0E8-4354-9E0F-94B91D781508}" destId="{0C5FE61E-1619-4EE2-8159-8E1D56F1AB5E}" srcOrd="0" destOrd="0" presId="urn:microsoft.com/office/officeart/2005/8/layout/vProcess5"/>
    <dgm:cxn modelId="{A6A04896-B8E7-4ECE-9D19-F211498B565F}" srcId="{5E43DD27-C399-4A3E-94A2-02619E48550B}" destId="{1BCE4269-C0E8-4354-9E0F-94B91D781508}" srcOrd="0" destOrd="0" parTransId="{D340C30A-D8C4-4400-BE19-639B3AA40610}" sibTransId="{339AF793-BFC9-4720-9D4A-A6DD1A5619EA}"/>
    <dgm:cxn modelId="{ECC600AA-F071-4AD5-B00D-FD0BFB11E8EE}" type="presOf" srcId="{822E096F-03FD-41EE-88BB-2BD39AFACD59}" destId="{36309C69-A3B1-4C9A-B506-0AEFD2E28236}" srcOrd="0" destOrd="0" presId="urn:microsoft.com/office/officeart/2005/8/layout/vProcess5"/>
    <dgm:cxn modelId="{29A733B3-EB39-4B11-8606-C708BECA1E0E}" type="presOf" srcId="{84037F48-C12B-4064-A72B-4315F9353048}" destId="{CED7FB2D-3AC1-4E5A-A3EA-0FE6C4409DAA}" srcOrd="0" destOrd="0" presId="urn:microsoft.com/office/officeart/2005/8/layout/vProcess5"/>
    <dgm:cxn modelId="{3D5F69C3-6557-4C2C-9A03-FBF4C327DD47}" type="presOf" srcId="{CDFB448F-BD16-4C9D-932F-6F57067AB111}" destId="{9B2357F6-CDEB-4C15-BF04-7FAF4FAA252A}" srcOrd="1" destOrd="0" presId="urn:microsoft.com/office/officeart/2005/8/layout/vProcess5"/>
    <dgm:cxn modelId="{F504CED9-615E-450E-B09E-F265343D54C5}" type="presOf" srcId="{37A09277-5CD6-41D5-A1BC-CC71B1C58DB3}" destId="{CA30291D-CFA0-4BDD-8246-3FAF7977343C}" srcOrd="1" destOrd="0" presId="urn:microsoft.com/office/officeart/2005/8/layout/vProcess5"/>
    <dgm:cxn modelId="{111B52DD-2E8F-485C-9130-48558AAE07FE}" type="presOf" srcId="{CD463C1C-D086-4808-84AF-B33FD57C13E3}" destId="{BE982611-4118-4AAF-AAD4-C85C43707242}" srcOrd="0" destOrd="0" presId="urn:microsoft.com/office/officeart/2005/8/layout/vProcess5"/>
    <dgm:cxn modelId="{ADDA88F2-AAFD-4C0C-810C-4C289B4CD693}" srcId="{5E43DD27-C399-4A3E-94A2-02619E48550B}" destId="{37A09277-5CD6-41D5-A1BC-CC71B1C58DB3}" srcOrd="1" destOrd="0" parTransId="{82432812-5F1A-4FE7-A33F-7D1D6D89A4E1}" sibTransId="{CD463C1C-D086-4808-84AF-B33FD57C13E3}"/>
    <dgm:cxn modelId="{02A152FF-D65E-47B8-87B7-4D26DB785B14}" srcId="{5E43DD27-C399-4A3E-94A2-02619E48550B}" destId="{CDFB448F-BD16-4C9D-932F-6F57067AB111}" srcOrd="2" destOrd="0" parTransId="{5C5648D9-6C12-4C87-AA36-CA79B40B8CFC}" sibTransId="{822E096F-03FD-41EE-88BB-2BD39AFACD59}"/>
    <dgm:cxn modelId="{B8259ACE-F837-46C4-914E-3641AF9666A5}" type="presParOf" srcId="{29DA1468-48C7-4711-8AB3-78B76D16264F}" destId="{21B72009-9EE7-4B04-A4BB-56AE6FB8A5FE}" srcOrd="0" destOrd="0" presId="urn:microsoft.com/office/officeart/2005/8/layout/vProcess5"/>
    <dgm:cxn modelId="{9D8540ED-CD1A-48DB-94A4-11A7B940611F}" type="presParOf" srcId="{29DA1468-48C7-4711-8AB3-78B76D16264F}" destId="{0C5FE61E-1619-4EE2-8159-8E1D56F1AB5E}" srcOrd="1" destOrd="0" presId="urn:microsoft.com/office/officeart/2005/8/layout/vProcess5"/>
    <dgm:cxn modelId="{96DEA8B2-AC68-4F28-9CC4-04F528720EA6}" type="presParOf" srcId="{29DA1468-48C7-4711-8AB3-78B76D16264F}" destId="{6F75DFEA-A2F3-4DF6-831C-CA9A8E044838}" srcOrd="2" destOrd="0" presId="urn:microsoft.com/office/officeart/2005/8/layout/vProcess5"/>
    <dgm:cxn modelId="{23C82B94-788D-4951-A770-F92C6C53D598}" type="presParOf" srcId="{29DA1468-48C7-4711-8AB3-78B76D16264F}" destId="{DC5CAE83-CEA9-472E-BD19-1C755957D7BD}" srcOrd="3" destOrd="0" presId="urn:microsoft.com/office/officeart/2005/8/layout/vProcess5"/>
    <dgm:cxn modelId="{BDE0A1A0-0CCE-4039-BAEA-E21F120F3BB6}" type="presParOf" srcId="{29DA1468-48C7-4711-8AB3-78B76D16264F}" destId="{CED7FB2D-3AC1-4E5A-A3EA-0FE6C4409DAA}" srcOrd="4" destOrd="0" presId="urn:microsoft.com/office/officeart/2005/8/layout/vProcess5"/>
    <dgm:cxn modelId="{DB51B0E9-2E95-4FC1-BE45-A38551EEE31A}" type="presParOf" srcId="{29DA1468-48C7-4711-8AB3-78B76D16264F}" destId="{C1D730C8-0DA3-4866-BC3C-8D455C5C9D9B}" srcOrd="5" destOrd="0" presId="urn:microsoft.com/office/officeart/2005/8/layout/vProcess5"/>
    <dgm:cxn modelId="{B4BE6702-A044-4F60-AC51-955BEDF8B1A9}" type="presParOf" srcId="{29DA1468-48C7-4711-8AB3-78B76D16264F}" destId="{BE982611-4118-4AAF-AAD4-C85C43707242}" srcOrd="6" destOrd="0" presId="urn:microsoft.com/office/officeart/2005/8/layout/vProcess5"/>
    <dgm:cxn modelId="{8594033B-C501-4BD0-9CA9-5F92C3196F6C}" type="presParOf" srcId="{29DA1468-48C7-4711-8AB3-78B76D16264F}" destId="{36309C69-A3B1-4C9A-B506-0AEFD2E28236}" srcOrd="7" destOrd="0" presId="urn:microsoft.com/office/officeart/2005/8/layout/vProcess5"/>
    <dgm:cxn modelId="{33D87DBC-6D60-4BCC-A837-D10F5F598D33}" type="presParOf" srcId="{29DA1468-48C7-4711-8AB3-78B76D16264F}" destId="{885DD076-BBF7-4D08-BFC5-5AE045354BE4}" srcOrd="8" destOrd="0" presId="urn:microsoft.com/office/officeart/2005/8/layout/vProcess5"/>
    <dgm:cxn modelId="{83C4274F-62D5-4A35-A188-BFC2B74A9D46}" type="presParOf" srcId="{29DA1468-48C7-4711-8AB3-78B76D16264F}" destId="{CA30291D-CFA0-4BDD-8246-3FAF7977343C}" srcOrd="9" destOrd="0" presId="urn:microsoft.com/office/officeart/2005/8/layout/vProcess5"/>
    <dgm:cxn modelId="{427A910F-0C99-4071-A58B-709E07F3FB80}" type="presParOf" srcId="{29DA1468-48C7-4711-8AB3-78B76D16264F}" destId="{9B2357F6-CDEB-4C15-BF04-7FAF4FAA252A}" srcOrd="10" destOrd="0" presId="urn:microsoft.com/office/officeart/2005/8/layout/vProcess5"/>
    <dgm:cxn modelId="{0B596D08-9D79-48B2-9F4D-898EFF4C5069}" type="presParOf" srcId="{29DA1468-48C7-4711-8AB3-78B76D16264F}" destId="{5B16759D-84BA-4692-B976-4D908E2A29E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1DC2A-BEC2-40A8-99E6-5C66FBD8DDA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2587891-8D20-45C0-B1D8-30BC7F7833A4}">
      <dgm:prSet/>
      <dgm:spPr/>
      <dgm:t>
        <a:bodyPr/>
        <a:lstStyle/>
        <a:p>
          <a:r>
            <a:rPr lang="en-GB" dirty="0"/>
            <a:t>Build a centralized outage analytics database in SQL Server</a:t>
          </a:r>
        </a:p>
        <a:p>
          <a:endParaRPr lang="en-US" dirty="0"/>
        </a:p>
      </dgm:t>
    </dgm:pt>
    <dgm:pt modelId="{186E2FA3-CA03-40EB-943B-3C90693FBEDD}" type="parTrans" cxnId="{6B2691F6-FD4A-412B-B877-FAC5E980F1CA}">
      <dgm:prSet/>
      <dgm:spPr/>
      <dgm:t>
        <a:bodyPr/>
        <a:lstStyle/>
        <a:p>
          <a:endParaRPr lang="en-US"/>
        </a:p>
      </dgm:t>
    </dgm:pt>
    <dgm:pt modelId="{82A5F951-F4CA-4B6B-BE23-907335E2019D}" type="sibTrans" cxnId="{6B2691F6-FD4A-412B-B877-FAC5E980F1C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62EEE54-2DD4-4A80-B9D1-D9D000606A79}">
      <dgm:prSet/>
      <dgm:spPr/>
      <dgm:t>
        <a:bodyPr/>
        <a:lstStyle/>
        <a:p>
          <a:r>
            <a:rPr lang="en-GB"/>
            <a:t>Integrate outage, alarm, SLA, vendor, maintenance, and customer data. </a:t>
          </a:r>
          <a:endParaRPr lang="en-US"/>
        </a:p>
      </dgm:t>
    </dgm:pt>
    <dgm:pt modelId="{FB09AD9E-EDAA-4143-8806-5790EB60AD87}" type="parTrans" cxnId="{561D1DDD-A8AE-470D-BD2F-3B0A6E30AFB9}">
      <dgm:prSet/>
      <dgm:spPr/>
      <dgm:t>
        <a:bodyPr/>
        <a:lstStyle/>
        <a:p>
          <a:endParaRPr lang="en-US"/>
        </a:p>
      </dgm:t>
    </dgm:pt>
    <dgm:pt modelId="{0D9D8618-8215-4701-9CDE-A0356280665B}" type="sibTrans" cxnId="{561D1DDD-A8AE-470D-BD2F-3B0A6E30AFB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AF1C911-6347-42CD-A04D-3D1170750FFA}">
      <dgm:prSet/>
      <dgm:spPr/>
      <dgm:t>
        <a:bodyPr/>
        <a:lstStyle/>
        <a:p>
          <a:r>
            <a:rPr lang="en-GB"/>
            <a:t>Monitor key network performance KPIs (MTTR, MTTD, SLA, downtime). </a:t>
          </a:r>
          <a:endParaRPr lang="en-US"/>
        </a:p>
      </dgm:t>
    </dgm:pt>
    <dgm:pt modelId="{EA33BBB9-77AC-4E2F-9F19-56B75DC190F3}" type="parTrans" cxnId="{C3EA7782-908D-4B5F-97DE-4046C286CCDC}">
      <dgm:prSet/>
      <dgm:spPr/>
      <dgm:t>
        <a:bodyPr/>
        <a:lstStyle/>
        <a:p>
          <a:endParaRPr lang="en-US"/>
        </a:p>
      </dgm:t>
    </dgm:pt>
    <dgm:pt modelId="{74DAE08A-0C5F-4CDF-80B1-B2D5C60F45F9}" type="sibTrans" cxnId="{C3EA7782-908D-4B5F-97DE-4046C286CCD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0A9FD42-EB26-43FF-87D4-635E8E59A607}">
      <dgm:prSet/>
      <dgm:spPr/>
      <dgm:t>
        <a:bodyPr/>
        <a:lstStyle/>
        <a:p>
          <a:r>
            <a:rPr lang="en-GB" dirty="0" err="1"/>
            <a:t>Analyze</a:t>
          </a:r>
          <a:r>
            <a:rPr lang="en-GB" dirty="0"/>
            <a:t> outage trends, root causes, and customer impact. </a:t>
          </a:r>
          <a:endParaRPr lang="en-US" dirty="0"/>
        </a:p>
      </dgm:t>
    </dgm:pt>
    <dgm:pt modelId="{DF81865A-AD19-4720-891B-812026B284E7}" type="parTrans" cxnId="{DA91A512-FA45-435A-85CE-C2CF64450669}">
      <dgm:prSet/>
      <dgm:spPr/>
      <dgm:t>
        <a:bodyPr/>
        <a:lstStyle/>
        <a:p>
          <a:endParaRPr lang="en-US"/>
        </a:p>
      </dgm:t>
    </dgm:pt>
    <dgm:pt modelId="{71A9F9F9-F06B-4B71-A39B-BBFC68D471AC}" type="sibTrans" cxnId="{DA91A512-FA45-435A-85CE-C2CF6445066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0AFA5FE-BFAB-40C9-B453-F50AB17D2C10}">
      <dgm:prSet/>
      <dgm:spPr/>
      <dgm:t>
        <a:bodyPr/>
        <a:lstStyle/>
        <a:p>
          <a:r>
            <a:rPr lang="en-GB"/>
            <a:t>Identify recurring faults, high-risk sites, and underperforming vendors. </a:t>
          </a:r>
          <a:endParaRPr lang="en-US"/>
        </a:p>
      </dgm:t>
    </dgm:pt>
    <dgm:pt modelId="{B3939F76-9007-44C5-B825-0FE8D74F66DC}" type="parTrans" cxnId="{7CE5378A-87C3-470D-B29B-E91298593C59}">
      <dgm:prSet/>
      <dgm:spPr/>
      <dgm:t>
        <a:bodyPr/>
        <a:lstStyle/>
        <a:p>
          <a:endParaRPr lang="en-US"/>
        </a:p>
      </dgm:t>
    </dgm:pt>
    <dgm:pt modelId="{9DBFE7A6-F704-4C48-A955-59783C47F4DA}" type="sibTrans" cxnId="{7CE5378A-87C3-470D-B29B-E91298593C5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E865AF90-9AE7-4889-8282-D2C2E9BBB046}">
      <dgm:prSet/>
      <dgm:spPr/>
      <dgm:t>
        <a:bodyPr/>
        <a:lstStyle/>
        <a:p>
          <a:r>
            <a:rPr lang="en-GB"/>
            <a:t>Evaluate SLA compliance and network service reliability. </a:t>
          </a:r>
          <a:endParaRPr lang="en-US"/>
        </a:p>
      </dgm:t>
    </dgm:pt>
    <dgm:pt modelId="{F9BB549C-1419-4683-90B4-4C199CA2B513}" type="parTrans" cxnId="{0CD59249-8506-4B8B-8B98-318849A9CE1F}">
      <dgm:prSet/>
      <dgm:spPr/>
      <dgm:t>
        <a:bodyPr/>
        <a:lstStyle/>
        <a:p>
          <a:endParaRPr lang="en-US"/>
        </a:p>
      </dgm:t>
    </dgm:pt>
    <dgm:pt modelId="{B6EF2DE9-354E-4CE9-9E67-D8AFE9C271BD}" type="sibTrans" cxnId="{0CD59249-8506-4B8B-8B98-318849A9CE1F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3C485098-7656-4FC6-A3FC-BFFFAEF5696E}">
      <dgm:prSet/>
      <dgm:spPr/>
      <dgm:t>
        <a:bodyPr/>
        <a:lstStyle/>
        <a:p>
          <a:r>
            <a:rPr lang="en-GB"/>
            <a:t>Deliver interactive Power BI dashboards for operational and strategic decision-making.</a:t>
          </a:r>
          <a:endParaRPr lang="en-US"/>
        </a:p>
      </dgm:t>
    </dgm:pt>
    <dgm:pt modelId="{FAE35964-C45C-4ACF-912C-CA96F5D72A36}" type="parTrans" cxnId="{24699D31-FE70-4A7F-B6C5-21CC71CD727E}">
      <dgm:prSet/>
      <dgm:spPr/>
      <dgm:t>
        <a:bodyPr/>
        <a:lstStyle/>
        <a:p>
          <a:endParaRPr lang="en-US"/>
        </a:p>
      </dgm:t>
    </dgm:pt>
    <dgm:pt modelId="{32D38547-0AA7-4D96-8DDA-CAEF7FA1EC44}" type="sibTrans" cxnId="{24699D31-FE70-4A7F-B6C5-21CC71CD727E}">
      <dgm:prSet phldrT="7" phldr="0"/>
      <dgm:spPr/>
      <dgm:t>
        <a:bodyPr/>
        <a:lstStyle/>
        <a:p>
          <a:endParaRPr lang="en-US"/>
        </a:p>
      </dgm:t>
    </dgm:pt>
    <dgm:pt modelId="{58D570E4-3BDA-4418-90A2-E78C6C361BD5}" type="pres">
      <dgm:prSet presAssocID="{3BC1DC2A-BEC2-40A8-99E6-5C66FBD8DDA1}" presName="Name0" presStyleCnt="0">
        <dgm:presLayoutVars>
          <dgm:dir/>
          <dgm:resizeHandles val="exact"/>
        </dgm:presLayoutVars>
      </dgm:prSet>
      <dgm:spPr/>
    </dgm:pt>
    <dgm:pt modelId="{5C5FBB07-8A1B-40C9-9DB5-A91A2CF98A0A}" type="pres">
      <dgm:prSet presAssocID="{F2587891-8D20-45C0-B1D8-30BC7F7833A4}" presName="node" presStyleLbl="node1" presStyleIdx="0" presStyleCnt="7">
        <dgm:presLayoutVars>
          <dgm:bulletEnabled val="1"/>
        </dgm:presLayoutVars>
      </dgm:prSet>
      <dgm:spPr/>
    </dgm:pt>
    <dgm:pt modelId="{11FB4171-63B8-42EC-82F8-6097BD929272}" type="pres">
      <dgm:prSet presAssocID="{82A5F951-F4CA-4B6B-BE23-907335E2019D}" presName="sibTrans" presStyleLbl="sibTrans1D1" presStyleIdx="0" presStyleCnt="6"/>
      <dgm:spPr/>
    </dgm:pt>
    <dgm:pt modelId="{BC206E56-DEB2-4A03-AF3C-05358DD0BA05}" type="pres">
      <dgm:prSet presAssocID="{82A5F951-F4CA-4B6B-BE23-907335E2019D}" presName="connectorText" presStyleLbl="sibTrans1D1" presStyleIdx="0" presStyleCnt="6"/>
      <dgm:spPr/>
    </dgm:pt>
    <dgm:pt modelId="{D121607B-42E1-4069-BD80-AE9FFE074377}" type="pres">
      <dgm:prSet presAssocID="{D62EEE54-2DD4-4A80-B9D1-D9D000606A79}" presName="node" presStyleLbl="node1" presStyleIdx="1" presStyleCnt="7">
        <dgm:presLayoutVars>
          <dgm:bulletEnabled val="1"/>
        </dgm:presLayoutVars>
      </dgm:prSet>
      <dgm:spPr/>
    </dgm:pt>
    <dgm:pt modelId="{44222659-9103-405F-8F0F-FB469C7F319D}" type="pres">
      <dgm:prSet presAssocID="{0D9D8618-8215-4701-9CDE-A0356280665B}" presName="sibTrans" presStyleLbl="sibTrans1D1" presStyleIdx="1" presStyleCnt="6"/>
      <dgm:spPr/>
    </dgm:pt>
    <dgm:pt modelId="{4820A9B5-8E86-4A69-BBD5-BCE2EBB74E22}" type="pres">
      <dgm:prSet presAssocID="{0D9D8618-8215-4701-9CDE-A0356280665B}" presName="connectorText" presStyleLbl="sibTrans1D1" presStyleIdx="1" presStyleCnt="6"/>
      <dgm:spPr/>
    </dgm:pt>
    <dgm:pt modelId="{7BAD97AC-941E-4B72-82CD-D4995567B22F}" type="pres">
      <dgm:prSet presAssocID="{7AF1C911-6347-42CD-A04D-3D1170750FFA}" presName="node" presStyleLbl="node1" presStyleIdx="2" presStyleCnt="7">
        <dgm:presLayoutVars>
          <dgm:bulletEnabled val="1"/>
        </dgm:presLayoutVars>
      </dgm:prSet>
      <dgm:spPr/>
    </dgm:pt>
    <dgm:pt modelId="{F6BDCD26-75CF-4987-9952-91C0ECDDE951}" type="pres">
      <dgm:prSet presAssocID="{74DAE08A-0C5F-4CDF-80B1-B2D5C60F45F9}" presName="sibTrans" presStyleLbl="sibTrans1D1" presStyleIdx="2" presStyleCnt="6"/>
      <dgm:spPr/>
    </dgm:pt>
    <dgm:pt modelId="{7A29D195-5D2A-47DC-B5F3-40A83E2CCF8F}" type="pres">
      <dgm:prSet presAssocID="{74DAE08A-0C5F-4CDF-80B1-B2D5C60F45F9}" presName="connectorText" presStyleLbl="sibTrans1D1" presStyleIdx="2" presStyleCnt="6"/>
      <dgm:spPr/>
    </dgm:pt>
    <dgm:pt modelId="{02E5F891-C34A-46BE-88A5-B1DE7FB18200}" type="pres">
      <dgm:prSet presAssocID="{60A9FD42-EB26-43FF-87D4-635E8E59A607}" presName="node" presStyleLbl="node1" presStyleIdx="3" presStyleCnt="7">
        <dgm:presLayoutVars>
          <dgm:bulletEnabled val="1"/>
        </dgm:presLayoutVars>
      </dgm:prSet>
      <dgm:spPr/>
    </dgm:pt>
    <dgm:pt modelId="{671355BD-0A8A-45E2-9A7E-35CCAB122109}" type="pres">
      <dgm:prSet presAssocID="{71A9F9F9-F06B-4B71-A39B-BBFC68D471AC}" presName="sibTrans" presStyleLbl="sibTrans1D1" presStyleIdx="3" presStyleCnt="6"/>
      <dgm:spPr/>
    </dgm:pt>
    <dgm:pt modelId="{F3DC384B-4A4B-4E01-B931-A017932012A1}" type="pres">
      <dgm:prSet presAssocID="{71A9F9F9-F06B-4B71-A39B-BBFC68D471AC}" presName="connectorText" presStyleLbl="sibTrans1D1" presStyleIdx="3" presStyleCnt="6"/>
      <dgm:spPr/>
    </dgm:pt>
    <dgm:pt modelId="{190766E4-AD8C-4DEE-9740-20657867C22F}" type="pres">
      <dgm:prSet presAssocID="{B0AFA5FE-BFAB-40C9-B453-F50AB17D2C10}" presName="node" presStyleLbl="node1" presStyleIdx="4" presStyleCnt="7">
        <dgm:presLayoutVars>
          <dgm:bulletEnabled val="1"/>
        </dgm:presLayoutVars>
      </dgm:prSet>
      <dgm:spPr/>
    </dgm:pt>
    <dgm:pt modelId="{3A695AB7-A9F1-4AF5-9956-851EE8D86C77}" type="pres">
      <dgm:prSet presAssocID="{9DBFE7A6-F704-4C48-A955-59783C47F4DA}" presName="sibTrans" presStyleLbl="sibTrans1D1" presStyleIdx="4" presStyleCnt="6"/>
      <dgm:spPr/>
    </dgm:pt>
    <dgm:pt modelId="{385C647C-4569-46D3-8AFB-376E4495D1B7}" type="pres">
      <dgm:prSet presAssocID="{9DBFE7A6-F704-4C48-A955-59783C47F4DA}" presName="connectorText" presStyleLbl="sibTrans1D1" presStyleIdx="4" presStyleCnt="6"/>
      <dgm:spPr/>
    </dgm:pt>
    <dgm:pt modelId="{8B8785B7-3A3E-458E-A1C5-5CD1B7E36C15}" type="pres">
      <dgm:prSet presAssocID="{E865AF90-9AE7-4889-8282-D2C2E9BBB046}" presName="node" presStyleLbl="node1" presStyleIdx="5" presStyleCnt="7">
        <dgm:presLayoutVars>
          <dgm:bulletEnabled val="1"/>
        </dgm:presLayoutVars>
      </dgm:prSet>
      <dgm:spPr/>
    </dgm:pt>
    <dgm:pt modelId="{492F4EBD-C366-42C0-877C-5FAB49ACA56E}" type="pres">
      <dgm:prSet presAssocID="{B6EF2DE9-354E-4CE9-9E67-D8AFE9C271BD}" presName="sibTrans" presStyleLbl="sibTrans1D1" presStyleIdx="5" presStyleCnt="6"/>
      <dgm:spPr/>
    </dgm:pt>
    <dgm:pt modelId="{F8516547-2512-49F2-89DC-35DE310EAB7F}" type="pres">
      <dgm:prSet presAssocID="{B6EF2DE9-354E-4CE9-9E67-D8AFE9C271BD}" presName="connectorText" presStyleLbl="sibTrans1D1" presStyleIdx="5" presStyleCnt="6"/>
      <dgm:spPr/>
    </dgm:pt>
    <dgm:pt modelId="{E27ABB69-3A92-4BFB-AD3A-4AD97ADFA455}" type="pres">
      <dgm:prSet presAssocID="{3C485098-7656-4FC6-A3FC-BFFFAEF5696E}" presName="node" presStyleLbl="node1" presStyleIdx="6" presStyleCnt="7">
        <dgm:presLayoutVars>
          <dgm:bulletEnabled val="1"/>
        </dgm:presLayoutVars>
      </dgm:prSet>
      <dgm:spPr/>
    </dgm:pt>
  </dgm:ptLst>
  <dgm:cxnLst>
    <dgm:cxn modelId="{DA91A512-FA45-435A-85CE-C2CF64450669}" srcId="{3BC1DC2A-BEC2-40A8-99E6-5C66FBD8DDA1}" destId="{60A9FD42-EB26-43FF-87D4-635E8E59A607}" srcOrd="3" destOrd="0" parTransId="{DF81865A-AD19-4720-891B-812026B284E7}" sibTransId="{71A9F9F9-F06B-4B71-A39B-BBFC68D471AC}"/>
    <dgm:cxn modelId="{59CA8014-F061-4CA4-A0A7-1BDC1D9AD024}" type="presOf" srcId="{74DAE08A-0C5F-4CDF-80B1-B2D5C60F45F9}" destId="{F6BDCD26-75CF-4987-9952-91C0ECDDE951}" srcOrd="0" destOrd="0" presId="urn:microsoft.com/office/officeart/2016/7/layout/RepeatingBendingProcessNew"/>
    <dgm:cxn modelId="{E805FA1E-92FE-4902-A5DC-4318EF8FCA24}" type="presOf" srcId="{D62EEE54-2DD4-4A80-B9D1-D9D000606A79}" destId="{D121607B-42E1-4069-BD80-AE9FFE074377}" srcOrd="0" destOrd="0" presId="urn:microsoft.com/office/officeart/2016/7/layout/RepeatingBendingProcessNew"/>
    <dgm:cxn modelId="{E8437120-CCC6-4DEF-B4CF-CC80FEFA1DCC}" type="presOf" srcId="{71A9F9F9-F06B-4B71-A39B-BBFC68D471AC}" destId="{F3DC384B-4A4B-4E01-B931-A017932012A1}" srcOrd="1" destOrd="0" presId="urn:microsoft.com/office/officeart/2016/7/layout/RepeatingBendingProcessNew"/>
    <dgm:cxn modelId="{A46AB92F-C3ED-4852-B43F-15FA6FC62231}" type="presOf" srcId="{71A9F9F9-F06B-4B71-A39B-BBFC68D471AC}" destId="{671355BD-0A8A-45E2-9A7E-35CCAB122109}" srcOrd="0" destOrd="0" presId="urn:microsoft.com/office/officeart/2016/7/layout/RepeatingBendingProcessNew"/>
    <dgm:cxn modelId="{24699D31-FE70-4A7F-B6C5-21CC71CD727E}" srcId="{3BC1DC2A-BEC2-40A8-99E6-5C66FBD8DDA1}" destId="{3C485098-7656-4FC6-A3FC-BFFFAEF5696E}" srcOrd="6" destOrd="0" parTransId="{FAE35964-C45C-4ACF-912C-CA96F5D72A36}" sibTransId="{32D38547-0AA7-4D96-8DDA-CAEF7FA1EC44}"/>
    <dgm:cxn modelId="{AE528D38-9DCC-4CFD-AF37-B050758D489B}" type="presOf" srcId="{74DAE08A-0C5F-4CDF-80B1-B2D5C60F45F9}" destId="{7A29D195-5D2A-47DC-B5F3-40A83E2CCF8F}" srcOrd="1" destOrd="0" presId="urn:microsoft.com/office/officeart/2016/7/layout/RepeatingBendingProcessNew"/>
    <dgm:cxn modelId="{C195C438-9E73-4E49-B98F-97012DEAAF65}" type="presOf" srcId="{9DBFE7A6-F704-4C48-A955-59783C47F4DA}" destId="{3A695AB7-A9F1-4AF5-9956-851EE8D86C77}" srcOrd="0" destOrd="0" presId="urn:microsoft.com/office/officeart/2016/7/layout/RepeatingBendingProcessNew"/>
    <dgm:cxn modelId="{F540F93C-9F19-4838-8961-0BB29B81DFAC}" type="presOf" srcId="{60A9FD42-EB26-43FF-87D4-635E8E59A607}" destId="{02E5F891-C34A-46BE-88A5-B1DE7FB18200}" srcOrd="0" destOrd="0" presId="urn:microsoft.com/office/officeart/2016/7/layout/RepeatingBendingProcessNew"/>
    <dgm:cxn modelId="{2B6A833D-201A-42D8-AB5E-2D5D4C11BD41}" type="presOf" srcId="{82A5F951-F4CA-4B6B-BE23-907335E2019D}" destId="{11FB4171-63B8-42EC-82F8-6097BD929272}" srcOrd="0" destOrd="0" presId="urn:microsoft.com/office/officeart/2016/7/layout/RepeatingBendingProcessNew"/>
    <dgm:cxn modelId="{C77DED5E-4148-42BA-AA8C-FEA5A2E985E8}" type="presOf" srcId="{F2587891-8D20-45C0-B1D8-30BC7F7833A4}" destId="{5C5FBB07-8A1B-40C9-9DB5-A91A2CF98A0A}" srcOrd="0" destOrd="0" presId="urn:microsoft.com/office/officeart/2016/7/layout/RepeatingBendingProcessNew"/>
    <dgm:cxn modelId="{5AA05E45-BA96-4ADD-B409-AB475B89CC72}" type="presOf" srcId="{0D9D8618-8215-4701-9CDE-A0356280665B}" destId="{4820A9B5-8E86-4A69-BBD5-BCE2EBB74E22}" srcOrd="1" destOrd="0" presId="urn:microsoft.com/office/officeart/2016/7/layout/RepeatingBendingProcessNew"/>
    <dgm:cxn modelId="{0CD59249-8506-4B8B-8B98-318849A9CE1F}" srcId="{3BC1DC2A-BEC2-40A8-99E6-5C66FBD8DDA1}" destId="{E865AF90-9AE7-4889-8282-D2C2E9BBB046}" srcOrd="5" destOrd="0" parTransId="{F9BB549C-1419-4683-90B4-4C199CA2B513}" sibTransId="{B6EF2DE9-354E-4CE9-9E67-D8AFE9C271BD}"/>
    <dgm:cxn modelId="{4CF0734F-6E57-49C0-9EEE-1D493EBC7143}" type="presOf" srcId="{3BC1DC2A-BEC2-40A8-99E6-5C66FBD8DDA1}" destId="{58D570E4-3BDA-4418-90A2-E78C6C361BD5}" srcOrd="0" destOrd="0" presId="urn:microsoft.com/office/officeart/2016/7/layout/RepeatingBendingProcessNew"/>
    <dgm:cxn modelId="{E14A3471-18C3-4D08-88E8-1B3CA6E2557A}" type="presOf" srcId="{9DBFE7A6-F704-4C48-A955-59783C47F4DA}" destId="{385C647C-4569-46D3-8AFB-376E4495D1B7}" srcOrd="1" destOrd="0" presId="urn:microsoft.com/office/officeart/2016/7/layout/RepeatingBendingProcessNew"/>
    <dgm:cxn modelId="{33E3B57F-9270-4281-80B3-5CDF05662D33}" type="presOf" srcId="{B0AFA5FE-BFAB-40C9-B453-F50AB17D2C10}" destId="{190766E4-AD8C-4DEE-9740-20657867C22F}" srcOrd="0" destOrd="0" presId="urn:microsoft.com/office/officeart/2016/7/layout/RepeatingBendingProcessNew"/>
    <dgm:cxn modelId="{F69A1080-82AC-44CF-B8D3-DF9094876F62}" type="presOf" srcId="{3C485098-7656-4FC6-A3FC-BFFFAEF5696E}" destId="{E27ABB69-3A92-4BFB-AD3A-4AD97ADFA455}" srcOrd="0" destOrd="0" presId="urn:microsoft.com/office/officeart/2016/7/layout/RepeatingBendingProcessNew"/>
    <dgm:cxn modelId="{C3EA7782-908D-4B5F-97DE-4046C286CCDC}" srcId="{3BC1DC2A-BEC2-40A8-99E6-5C66FBD8DDA1}" destId="{7AF1C911-6347-42CD-A04D-3D1170750FFA}" srcOrd="2" destOrd="0" parTransId="{EA33BBB9-77AC-4E2F-9F19-56B75DC190F3}" sibTransId="{74DAE08A-0C5F-4CDF-80B1-B2D5C60F45F9}"/>
    <dgm:cxn modelId="{7CE5378A-87C3-470D-B29B-E91298593C59}" srcId="{3BC1DC2A-BEC2-40A8-99E6-5C66FBD8DDA1}" destId="{B0AFA5FE-BFAB-40C9-B453-F50AB17D2C10}" srcOrd="4" destOrd="0" parTransId="{B3939F76-9007-44C5-B825-0FE8D74F66DC}" sibTransId="{9DBFE7A6-F704-4C48-A955-59783C47F4DA}"/>
    <dgm:cxn modelId="{E8C6A98B-75F6-4BEA-8702-B7EC0E73B657}" type="presOf" srcId="{0D9D8618-8215-4701-9CDE-A0356280665B}" destId="{44222659-9103-405F-8F0F-FB469C7F319D}" srcOrd="0" destOrd="0" presId="urn:microsoft.com/office/officeart/2016/7/layout/RepeatingBendingProcessNew"/>
    <dgm:cxn modelId="{3C8B7C9F-3405-4788-B6DF-4BD4D4FD7DFB}" type="presOf" srcId="{B6EF2DE9-354E-4CE9-9E67-D8AFE9C271BD}" destId="{F8516547-2512-49F2-89DC-35DE310EAB7F}" srcOrd="1" destOrd="0" presId="urn:microsoft.com/office/officeart/2016/7/layout/RepeatingBendingProcessNew"/>
    <dgm:cxn modelId="{490E4FA1-12E9-4B62-9B08-5A1FC8AAE64B}" type="presOf" srcId="{82A5F951-F4CA-4B6B-BE23-907335E2019D}" destId="{BC206E56-DEB2-4A03-AF3C-05358DD0BA05}" srcOrd="1" destOrd="0" presId="urn:microsoft.com/office/officeart/2016/7/layout/RepeatingBendingProcessNew"/>
    <dgm:cxn modelId="{277D94A3-624C-48CC-B1EC-41F26744EEC5}" type="presOf" srcId="{7AF1C911-6347-42CD-A04D-3D1170750FFA}" destId="{7BAD97AC-941E-4B72-82CD-D4995567B22F}" srcOrd="0" destOrd="0" presId="urn:microsoft.com/office/officeart/2016/7/layout/RepeatingBendingProcessNew"/>
    <dgm:cxn modelId="{806D84CC-9AA2-473C-B5BE-52CADBC3E2E4}" type="presOf" srcId="{B6EF2DE9-354E-4CE9-9E67-D8AFE9C271BD}" destId="{492F4EBD-C366-42C0-877C-5FAB49ACA56E}" srcOrd="0" destOrd="0" presId="urn:microsoft.com/office/officeart/2016/7/layout/RepeatingBendingProcessNew"/>
    <dgm:cxn modelId="{561D1DDD-A8AE-470D-BD2F-3B0A6E30AFB9}" srcId="{3BC1DC2A-BEC2-40A8-99E6-5C66FBD8DDA1}" destId="{D62EEE54-2DD4-4A80-B9D1-D9D000606A79}" srcOrd="1" destOrd="0" parTransId="{FB09AD9E-EDAA-4143-8806-5790EB60AD87}" sibTransId="{0D9D8618-8215-4701-9CDE-A0356280665B}"/>
    <dgm:cxn modelId="{6B2691F6-FD4A-412B-B877-FAC5E980F1CA}" srcId="{3BC1DC2A-BEC2-40A8-99E6-5C66FBD8DDA1}" destId="{F2587891-8D20-45C0-B1D8-30BC7F7833A4}" srcOrd="0" destOrd="0" parTransId="{186E2FA3-CA03-40EB-943B-3C90693FBEDD}" sibTransId="{82A5F951-F4CA-4B6B-BE23-907335E2019D}"/>
    <dgm:cxn modelId="{062488FB-6721-47CB-8ECA-790D03535D30}" type="presOf" srcId="{E865AF90-9AE7-4889-8282-D2C2E9BBB046}" destId="{8B8785B7-3A3E-458E-A1C5-5CD1B7E36C15}" srcOrd="0" destOrd="0" presId="urn:microsoft.com/office/officeart/2016/7/layout/RepeatingBendingProcessNew"/>
    <dgm:cxn modelId="{E67889A2-BDD7-49E7-88B3-0BD577DDD89A}" type="presParOf" srcId="{58D570E4-3BDA-4418-90A2-E78C6C361BD5}" destId="{5C5FBB07-8A1B-40C9-9DB5-A91A2CF98A0A}" srcOrd="0" destOrd="0" presId="urn:microsoft.com/office/officeart/2016/7/layout/RepeatingBendingProcessNew"/>
    <dgm:cxn modelId="{14F98EF7-AB67-481F-ADD6-477FCAC0A418}" type="presParOf" srcId="{58D570E4-3BDA-4418-90A2-E78C6C361BD5}" destId="{11FB4171-63B8-42EC-82F8-6097BD929272}" srcOrd="1" destOrd="0" presId="urn:microsoft.com/office/officeart/2016/7/layout/RepeatingBendingProcessNew"/>
    <dgm:cxn modelId="{B2E138DE-D81E-411A-95A9-B81744C0909D}" type="presParOf" srcId="{11FB4171-63B8-42EC-82F8-6097BD929272}" destId="{BC206E56-DEB2-4A03-AF3C-05358DD0BA05}" srcOrd="0" destOrd="0" presId="urn:microsoft.com/office/officeart/2016/7/layout/RepeatingBendingProcessNew"/>
    <dgm:cxn modelId="{205AC803-2DFB-4A76-9FBF-FC0BE0C46858}" type="presParOf" srcId="{58D570E4-3BDA-4418-90A2-E78C6C361BD5}" destId="{D121607B-42E1-4069-BD80-AE9FFE074377}" srcOrd="2" destOrd="0" presId="urn:microsoft.com/office/officeart/2016/7/layout/RepeatingBendingProcessNew"/>
    <dgm:cxn modelId="{4F7A8F96-95E6-4D5E-A730-2497D7AE916D}" type="presParOf" srcId="{58D570E4-3BDA-4418-90A2-E78C6C361BD5}" destId="{44222659-9103-405F-8F0F-FB469C7F319D}" srcOrd="3" destOrd="0" presId="urn:microsoft.com/office/officeart/2016/7/layout/RepeatingBendingProcessNew"/>
    <dgm:cxn modelId="{4F1F0A57-501F-411A-A47C-4EE172FEDE4C}" type="presParOf" srcId="{44222659-9103-405F-8F0F-FB469C7F319D}" destId="{4820A9B5-8E86-4A69-BBD5-BCE2EBB74E22}" srcOrd="0" destOrd="0" presId="urn:microsoft.com/office/officeart/2016/7/layout/RepeatingBendingProcessNew"/>
    <dgm:cxn modelId="{2FD6076B-B8EE-466D-A0DA-D4053C646772}" type="presParOf" srcId="{58D570E4-3BDA-4418-90A2-E78C6C361BD5}" destId="{7BAD97AC-941E-4B72-82CD-D4995567B22F}" srcOrd="4" destOrd="0" presId="urn:microsoft.com/office/officeart/2016/7/layout/RepeatingBendingProcessNew"/>
    <dgm:cxn modelId="{AA65819C-A9D0-45A8-8EBB-4B0FC31BAB79}" type="presParOf" srcId="{58D570E4-3BDA-4418-90A2-E78C6C361BD5}" destId="{F6BDCD26-75CF-4987-9952-91C0ECDDE951}" srcOrd="5" destOrd="0" presId="urn:microsoft.com/office/officeart/2016/7/layout/RepeatingBendingProcessNew"/>
    <dgm:cxn modelId="{5E1C6841-BBF3-428B-AB93-B5604B7E929C}" type="presParOf" srcId="{F6BDCD26-75CF-4987-9952-91C0ECDDE951}" destId="{7A29D195-5D2A-47DC-B5F3-40A83E2CCF8F}" srcOrd="0" destOrd="0" presId="urn:microsoft.com/office/officeart/2016/7/layout/RepeatingBendingProcessNew"/>
    <dgm:cxn modelId="{A2C27CAE-B6EA-4B16-83CF-29DE5A1D9866}" type="presParOf" srcId="{58D570E4-3BDA-4418-90A2-E78C6C361BD5}" destId="{02E5F891-C34A-46BE-88A5-B1DE7FB18200}" srcOrd="6" destOrd="0" presId="urn:microsoft.com/office/officeart/2016/7/layout/RepeatingBendingProcessNew"/>
    <dgm:cxn modelId="{DFE9FE87-9053-4491-B9EF-E04BC5907CD1}" type="presParOf" srcId="{58D570E4-3BDA-4418-90A2-E78C6C361BD5}" destId="{671355BD-0A8A-45E2-9A7E-35CCAB122109}" srcOrd="7" destOrd="0" presId="urn:microsoft.com/office/officeart/2016/7/layout/RepeatingBendingProcessNew"/>
    <dgm:cxn modelId="{00940D3D-4BF7-45F6-8DF0-5C2F98EF645C}" type="presParOf" srcId="{671355BD-0A8A-45E2-9A7E-35CCAB122109}" destId="{F3DC384B-4A4B-4E01-B931-A017932012A1}" srcOrd="0" destOrd="0" presId="urn:microsoft.com/office/officeart/2016/7/layout/RepeatingBendingProcessNew"/>
    <dgm:cxn modelId="{D0E77511-CEEB-47D6-99DC-29E5E77A04CC}" type="presParOf" srcId="{58D570E4-3BDA-4418-90A2-E78C6C361BD5}" destId="{190766E4-AD8C-4DEE-9740-20657867C22F}" srcOrd="8" destOrd="0" presId="urn:microsoft.com/office/officeart/2016/7/layout/RepeatingBendingProcessNew"/>
    <dgm:cxn modelId="{55D49A41-7359-4419-A147-06D551B0D1E3}" type="presParOf" srcId="{58D570E4-3BDA-4418-90A2-E78C6C361BD5}" destId="{3A695AB7-A9F1-4AF5-9956-851EE8D86C77}" srcOrd="9" destOrd="0" presId="urn:microsoft.com/office/officeart/2016/7/layout/RepeatingBendingProcessNew"/>
    <dgm:cxn modelId="{945BFE8C-826F-4793-BEBA-B2428A9CE141}" type="presParOf" srcId="{3A695AB7-A9F1-4AF5-9956-851EE8D86C77}" destId="{385C647C-4569-46D3-8AFB-376E4495D1B7}" srcOrd="0" destOrd="0" presId="urn:microsoft.com/office/officeart/2016/7/layout/RepeatingBendingProcessNew"/>
    <dgm:cxn modelId="{5B506548-9415-438C-8601-2180236F85A9}" type="presParOf" srcId="{58D570E4-3BDA-4418-90A2-E78C6C361BD5}" destId="{8B8785B7-3A3E-458E-A1C5-5CD1B7E36C15}" srcOrd="10" destOrd="0" presId="urn:microsoft.com/office/officeart/2016/7/layout/RepeatingBendingProcessNew"/>
    <dgm:cxn modelId="{5D140DC9-3A19-4F2A-8193-564C7BBA445D}" type="presParOf" srcId="{58D570E4-3BDA-4418-90A2-E78C6C361BD5}" destId="{492F4EBD-C366-42C0-877C-5FAB49ACA56E}" srcOrd="11" destOrd="0" presId="urn:microsoft.com/office/officeart/2016/7/layout/RepeatingBendingProcessNew"/>
    <dgm:cxn modelId="{4974A847-C982-4B57-BAF8-BB3AC5D70494}" type="presParOf" srcId="{492F4EBD-C366-42C0-877C-5FAB49ACA56E}" destId="{F8516547-2512-49F2-89DC-35DE310EAB7F}" srcOrd="0" destOrd="0" presId="urn:microsoft.com/office/officeart/2016/7/layout/RepeatingBendingProcessNew"/>
    <dgm:cxn modelId="{BD30E6AE-A86A-4526-91AD-79B3D02035CA}" type="presParOf" srcId="{58D570E4-3BDA-4418-90A2-E78C6C361BD5}" destId="{E27ABB69-3A92-4BFB-AD3A-4AD97ADFA455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FE61E-1619-4EE2-8159-8E1D56F1AB5E}">
      <dsp:nvSpPr>
        <dsp:cNvPr id="0" name=""/>
        <dsp:cNvSpPr/>
      </dsp:nvSpPr>
      <dsp:spPr>
        <a:xfrm>
          <a:off x="0" y="0"/>
          <a:ext cx="6617970" cy="8092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Brit Connect Mobile &amp; Broadband Ltd., a UK telecommunications provider, was found to experience frequent network outages and service disruptions across its mobile and broadband services. </a:t>
          </a:r>
          <a:endParaRPr lang="en-US" sz="1600" kern="1200" dirty="0"/>
        </a:p>
      </dsp:txBody>
      <dsp:txXfrm>
        <a:off x="23701" y="23701"/>
        <a:ext cx="5676388" cy="761810"/>
      </dsp:txXfrm>
    </dsp:sp>
    <dsp:sp modelId="{6F75DFEA-A2F3-4DF6-831C-CA9A8E044838}">
      <dsp:nvSpPr>
        <dsp:cNvPr id="0" name=""/>
        <dsp:cNvSpPr/>
      </dsp:nvSpPr>
      <dsp:spPr>
        <a:xfrm>
          <a:off x="554255" y="956341"/>
          <a:ext cx="6617970" cy="809212"/>
        </a:xfrm>
        <a:prstGeom prst="roundRect">
          <a:avLst>
            <a:gd name="adj" fmla="val 10000"/>
          </a:avLst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The organisation's disconnected systems restricted effective monitoring of outage causes, customer impact, restoration performance, and SLA compliance.</a:t>
          </a:r>
          <a:endParaRPr lang="en-US" sz="1600" kern="1200"/>
        </a:p>
      </dsp:txBody>
      <dsp:txXfrm>
        <a:off x="577956" y="980042"/>
        <a:ext cx="5490325" cy="761810"/>
      </dsp:txXfrm>
    </dsp:sp>
    <dsp:sp modelId="{DC5CAE83-CEA9-472E-BD19-1C755957D7BD}">
      <dsp:nvSpPr>
        <dsp:cNvPr id="0" name=""/>
        <dsp:cNvSpPr/>
      </dsp:nvSpPr>
      <dsp:spPr>
        <a:xfrm>
          <a:off x="1100237" y="1912683"/>
          <a:ext cx="6617970" cy="809212"/>
        </a:xfrm>
        <a:prstGeom prst="roundRect">
          <a:avLst>
            <a:gd name="adj" fmla="val 10000"/>
          </a:avLst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To address these challenges, the project integrated outage, alarm, customer, vendor, maintenance, and SLA data into a star-schema data model. </a:t>
          </a:r>
          <a:endParaRPr lang="en-US" sz="1600" kern="1200"/>
        </a:p>
      </dsp:txBody>
      <dsp:txXfrm>
        <a:off x="1123938" y="1936384"/>
        <a:ext cx="5498597" cy="761810"/>
      </dsp:txXfrm>
    </dsp:sp>
    <dsp:sp modelId="{CED7FB2D-3AC1-4E5A-A3EA-0FE6C4409DAA}">
      <dsp:nvSpPr>
        <dsp:cNvPr id="0" name=""/>
        <dsp:cNvSpPr/>
      </dsp:nvSpPr>
      <dsp:spPr>
        <a:xfrm>
          <a:off x="1654492" y="2869025"/>
          <a:ext cx="6617970" cy="809212"/>
        </a:xfrm>
        <a:prstGeom prst="roundRect">
          <a:avLst>
            <a:gd name="adj" fmla="val 10000"/>
          </a:avLst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SQL Server was used for data preparation, while Power BI was employed to develop interactive dashboards that support network performance monitoring and service improvement.</a:t>
          </a:r>
          <a:endParaRPr lang="en-US" sz="1600" kern="1200"/>
        </a:p>
      </dsp:txBody>
      <dsp:txXfrm>
        <a:off x="1678193" y="2892726"/>
        <a:ext cx="5490325" cy="761810"/>
      </dsp:txXfrm>
    </dsp:sp>
    <dsp:sp modelId="{C1D730C8-0DA3-4866-BC3C-8D455C5C9D9B}">
      <dsp:nvSpPr>
        <dsp:cNvPr id="0" name=""/>
        <dsp:cNvSpPr/>
      </dsp:nvSpPr>
      <dsp:spPr>
        <a:xfrm>
          <a:off x="6091982" y="619783"/>
          <a:ext cx="525988" cy="52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lumMod val="60000"/>
            <a:lumOff val="40000"/>
            <a:alpha val="9000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210329" y="619783"/>
        <a:ext cx="289294" cy="395806"/>
      </dsp:txXfrm>
    </dsp:sp>
    <dsp:sp modelId="{BE982611-4118-4AAF-AAD4-C85C43707242}">
      <dsp:nvSpPr>
        <dsp:cNvPr id="0" name=""/>
        <dsp:cNvSpPr/>
      </dsp:nvSpPr>
      <dsp:spPr>
        <a:xfrm>
          <a:off x="6646237" y="1576124"/>
          <a:ext cx="525988" cy="52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lumMod val="60000"/>
            <a:lumOff val="40000"/>
            <a:alpha val="90000"/>
          </a:schemeClr>
        </a:solidFill>
        <a:ln w="22225" cap="rnd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764584" y="1576124"/>
        <a:ext cx="289294" cy="395806"/>
      </dsp:txXfrm>
    </dsp:sp>
    <dsp:sp modelId="{36309C69-A3B1-4C9A-B506-0AEFD2E28236}">
      <dsp:nvSpPr>
        <dsp:cNvPr id="0" name=""/>
        <dsp:cNvSpPr/>
      </dsp:nvSpPr>
      <dsp:spPr>
        <a:xfrm>
          <a:off x="7192219" y="2532466"/>
          <a:ext cx="525988" cy="5259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lumMod val="60000"/>
            <a:lumOff val="40000"/>
            <a:alpha val="90000"/>
          </a:schemeClr>
        </a:solidFill>
        <a:ln w="22225" cap="rnd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310566" y="2532466"/>
        <a:ext cx="289294" cy="3958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B4171-63B8-42EC-82F8-6097BD929272}">
      <dsp:nvSpPr>
        <dsp:cNvPr id="0" name=""/>
        <dsp:cNvSpPr/>
      </dsp:nvSpPr>
      <dsp:spPr>
        <a:xfrm>
          <a:off x="2817297" y="554283"/>
          <a:ext cx="428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3325" y="45719"/>
              </a:lnTo>
            </a:path>
            <a:path>
              <a:moveTo>
                <a:pt x="265191" y="45719"/>
              </a:moveTo>
              <a:lnTo>
                <a:pt x="428517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</a:t>
          </a:r>
        </a:p>
      </dsp:txBody>
      <dsp:txXfrm>
        <a:off x="2980622" y="517290"/>
        <a:ext cx="101866" cy="165425"/>
      </dsp:txXfrm>
    </dsp:sp>
    <dsp:sp modelId="{5C5FBB07-8A1B-40C9-9DB5-A91A2CF98A0A}">
      <dsp:nvSpPr>
        <dsp:cNvPr id="0" name=""/>
        <dsp:cNvSpPr/>
      </dsp:nvSpPr>
      <dsp:spPr>
        <a:xfrm>
          <a:off x="822936" y="1155"/>
          <a:ext cx="1996160" cy="11976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Build a centralized outage analytics database in SQL Server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822936" y="1155"/>
        <a:ext cx="1996160" cy="1197696"/>
      </dsp:txXfrm>
    </dsp:sp>
    <dsp:sp modelId="{44222659-9103-405F-8F0F-FB469C7F319D}">
      <dsp:nvSpPr>
        <dsp:cNvPr id="0" name=""/>
        <dsp:cNvSpPr/>
      </dsp:nvSpPr>
      <dsp:spPr>
        <a:xfrm>
          <a:off x="5272574" y="554283"/>
          <a:ext cx="428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3325" y="45719"/>
              </a:lnTo>
            </a:path>
            <a:path>
              <a:moveTo>
                <a:pt x="265191" y="45719"/>
              </a:moveTo>
              <a:lnTo>
                <a:pt x="428517" y="45720"/>
              </a:lnTo>
            </a:path>
          </a:pathLst>
        </a:custGeom>
        <a:noFill/>
        <a:ln w="12700" cap="rnd" cmpd="sng" algn="ctr">
          <a:solidFill>
            <a:schemeClr val="accent2">
              <a:hueOff val="-255475"/>
              <a:satOff val="702"/>
              <a:lumOff val="47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</a:t>
          </a:r>
        </a:p>
      </dsp:txBody>
      <dsp:txXfrm>
        <a:off x="5435900" y="517290"/>
        <a:ext cx="101866" cy="165425"/>
      </dsp:txXfrm>
    </dsp:sp>
    <dsp:sp modelId="{D121607B-42E1-4069-BD80-AE9FFE074377}">
      <dsp:nvSpPr>
        <dsp:cNvPr id="0" name=""/>
        <dsp:cNvSpPr/>
      </dsp:nvSpPr>
      <dsp:spPr>
        <a:xfrm>
          <a:off x="3278214" y="1155"/>
          <a:ext cx="1996160" cy="1197696"/>
        </a:xfrm>
        <a:prstGeom prst="rect">
          <a:avLst/>
        </a:prstGeom>
        <a:solidFill>
          <a:schemeClr val="accent2">
            <a:hueOff val="-212896"/>
            <a:satOff val="585"/>
            <a:lumOff val="392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Integrate outage, alarm, SLA, vendor, maintenance, and customer data. </a:t>
          </a:r>
          <a:endParaRPr lang="en-US" sz="1400" kern="1200"/>
        </a:p>
      </dsp:txBody>
      <dsp:txXfrm>
        <a:off x="3278214" y="1155"/>
        <a:ext cx="1996160" cy="1197696"/>
      </dsp:txXfrm>
    </dsp:sp>
    <dsp:sp modelId="{F6BDCD26-75CF-4987-9952-91C0ECDDE951}">
      <dsp:nvSpPr>
        <dsp:cNvPr id="0" name=""/>
        <dsp:cNvSpPr/>
      </dsp:nvSpPr>
      <dsp:spPr>
        <a:xfrm>
          <a:off x="1821016" y="1197051"/>
          <a:ext cx="4910555" cy="428517"/>
        </a:xfrm>
        <a:custGeom>
          <a:avLst/>
          <a:gdLst/>
          <a:ahLst/>
          <a:cxnLst/>
          <a:rect l="0" t="0" r="0" b="0"/>
          <a:pathLst>
            <a:path>
              <a:moveTo>
                <a:pt x="4910555" y="0"/>
              </a:moveTo>
              <a:lnTo>
                <a:pt x="4910555" y="231358"/>
              </a:lnTo>
              <a:lnTo>
                <a:pt x="0" y="231358"/>
              </a:lnTo>
              <a:lnTo>
                <a:pt x="0" y="428517"/>
              </a:lnTo>
            </a:path>
          </a:pathLst>
        </a:custGeom>
        <a:noFill/>
        <a:ln w="12700" cap="rnd" cmpd="sng" algn="ctr">
          <a:solidFill>
            <a:schemeClr val="accent2">
              <a:hueOff val="-510950"/>
              <a:satOff val="1404"/>
              <a:lumOff val="94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</a:t>
          </a:r>
        </a:p>
      </dsp:txBody>
      <dsp:txXfrm>
        <a:off x="4152995" y="1328597"/>
        <a:ext cx="246598" cy="165425"/>
      </dsp:txXfrm>
    </dsp:sp>
    <dsp:sp modelId="{7BAD97AC-941E-4B72-82CD-D4995567B22F}">
      <dsp:nvSpPr>
        <dsp:cNvPr id="0" name=""/>
        <dsp:cNvSpPr/>
      </dsp:nvSpPr>
      <dsp:spPr>
        <a:xfrm>
          <a:off x="5733491" y="1155"/>
          <a:ext cx="1996160" cy="1197696"/>
        </a:xfrm>
        <a:prstGeom prst="rect">
          <a:avLst/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Monitor key network performance KPIs (MTTR, MTTD, SLA, downtime). </a:t>
          </a:r>
          <a:endParaRPr lang="en-US" sz="1400" kern="1200"/>
        </a:p>
      </dsp:txBody>
      <dsp:txXfrm>
        <a:off x="5733491" y="1155"/>
        <a:ext cx="1996160" cy="1197696"/>
      </dsp:txXfrm>
    </dsp:sp>
    <dsp:sp modelId="{671355BD-0A8A-45E2-9A7E-35CCAB122109}">
      <dsp:nvSpPr>
        <dsp:cNvPr id="0" name=""/>
        <dsp:cNvSpPr/>
      </dsp:nvSpPr>
      <dsp:spPr>
        <a:xfrm>
          <a:off x="2817297" y="2211097"/>
          <a:ext cx="428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3325" y="45720"/>
              </a:lnTo>
            </a:path>
            <a:path>
              <a:moveTo>
                <a:pt x="265191" y="45720"/>
              </a:moveTo>
              <a:lnTo>
                <a:pt x="428517" y="45720"/>
              </a:lnTo>
            </a:path>
          </a:pathLst>
        </a:custGeom>
        <a:noFill/>
        <a:ln w="12700" cap="rnd" cmpd="sng" algn="ctr">
          <a:solidFill>
            <a:schemeClr val="accent2">
              <a:hueOff val="-766425"/>
              <a:satOff val="2105"/>
              <a:lumOff val="141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</a:t>
          </a:r>
        </a:p>
      </dsp:txBody>
      <dsp:txXfrm>
        <a:off x="2980622" y="2174104"/>
        <a:ext cx="101866" cy="165425"/>
      </dsp:txXfrm>
    </dsp:sp>
    <dsp:sp modelId="{02E5F891-C34A-46BE-88A5-B1DE7FB18200}">
      <dsp:nvSpPr>
        <dsp:cNvPr id="0" name=""/>
        <dsp:cNvSpPr/>
      </dsp:nvSpPr>
      <dsp:spPr>
        <a:xfrm>
          <a:off x="822936" y="1657968"/>
          <a:ext cx="1996160" cy="1197696"/>
        </a:xfrm>
        <a:prstGeom prst="rect">
          <a:avLst/>
        </a:prstGeom>
        <a:solidFill>
          <a:schemeClr val="accent2">
            <a:hueOff val="-638687"/>
            <a:satOff val="1755"/>
            <a:lumOff val="117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Analyze</a:t>
          </a:r>
          <a:r>
            <a:rPr lang="en-GB" sz="1400" kern="1200" dirty="0"/>
            <a:t> outage trends, root causes, and customer impact. </a:t>
          </a:r>
          <a:endParaRPr lang="en-US" sz="1400" kern="1200" dirty="0"/>
        </a:p>
      </dsp:txBody>
      <dsp:txXfrm>
        <a:off x="822936" y="1657968"/>
        <a:ext cx="1996160" cy="1197696"/>
      </dsp:txXfrm>
    </dsp:sp>
    <dsp:sp modelId="{3A695AB7-A9F1-4AF5-9956-851EE8D86C77}">
      <dsp:nvSpPr>
        <dsp:cNvPr id="0" name=""/>
        <dsp:cNvSpPr/>
      </dsp:nvSpPr>
      <dsp:spPr>
        <a:xfrm>
          <a:off x="5272574" y="2211097"/>
          <a:ext cx="428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3325" y="45720"/>
              </a:lnTo>
            </a:path>
            <a:path>
              <a:moveTo>
                <a:pt x="265191" y="45720"/>
              </a:moveTo>
              <a:lnTo>
                <a:pt x="428517" y="45720"/>
              </a:lnTo>
            </a:path>
          </a:pathLst>
        </a:custGeom>
        <a:noFill/>
        <a:ln w="12700" cap="rnd" cmpd="sng" algn="ctr">
          <a:solidFill>
            <a:schemeClr val="accent2">
              <a:hueOff val="-1021900"/>
              <a:satOff val="2807"/>
              <a:lumOff val="188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</a:t>
          </a:r>
        </a:p>
      </dsp:txBody>
      <dsp:txXfrm>
        <a:off x="5435900" y="2174104"/>
        <a:ext cx="101866" cy="165425"/>
      </dsp:txXfrm>
    </dsp:sp>
    <dsp:sp modelId="{190766E4-AD8C-4DEE-9740-20657867C22F}">
      <dsp:nvSpPr>
        <dsp:cNvPr id="0" name=""/>
        <dsp:cNvSpPr/>
      </dsp:nvSpPr>
      <dsp:spPr>
        <a:xfrm>
          <a:off x="3278214" y="1657968"/>
          <a:ext cx="1996160" cy="1197696"/>
        </a:xfrm>
        <a:prstGeom prst="rect">
          <a:avLst/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Identify recurring faults, high-risk sites, and underperforming vendors. </a:t>
          </a:r>
          <a:endParaRPr lang="en-US" sz="1400" kern="1200"/>
        </a:p>
      </dsp:txBody>
      <dsp:txXfrm>
        <a:off x="3278214" y="1657968"/>
        <a:ext cx="1996160" cy="1197696"/>
      </dsp:txXfrm>
    </dsp:sp>
    <dsp:sp modelId="{492F4EBD-C366-42C0-877C-5FAB49ACA56E}">
      <dsp:nvSpPr>
        <dsp:cNvPr id="0" name=""/>
        <dsp:cNvSpPr/>
      </dsp:nvSpPr>
      <dsp:spPr>
        <a:xfrm>
          <a:off x="1821016" y="2853865"/>
          <a:ext cx="4910555" cy="428517"/>
        </a:xfrm>
        <a:custGeom>
          <a:avLst/>
          <a:gdLst/>
          <a:ahLst/>
          <a:cxnLst/>
          <a:rect l="0" t="0" r="0" b="0"/>
          <a:pathLst>
            <a:path>
              <a:moveTo>
                <a:pt x="4910555" y="0"/>
              </a:moveTo>
              <a:lnTo>
                <a:pt x="4910555" y="231358"/>
              </a:lnTo>
              <a:lnTo>
                <a:pt x="0" y="231358"/>
              </a:lnTo>
              <a:lnTo>
                <a:pt x="0" y="428517"/>
              </a:lnTo>
            </a:path>
          </a:pathLst>
        </a:custGeom>
        <a:noFill/>
        <a:ln w="12700" cap="rnd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</a:t>
          </a:r>
        </a:p>
      </dsp:txBody>
      <dsp:txXfrm>
        <a:off x="4152995" y="2985410"/>
        <a:ext cx="246598" cy="165425"/>
      </dsp:txXfrm>
    </dsp:sp>
    <dsp:sp modelId="{8B8785B7-3A3E-458E-A1C5-5CD1B7E36C15}">
      <dsp:nvSpPr>
        <dsp:cNvPr id="0" name=""/>
        <dsp:cNvSpPr/>
      </dsp:nvSpPr>
      <dsp:spPr>
        <a:xfrm>
          <a:off x="5733491" y="1657968"/>
          <a:ext cx="1996160" cy="1197696"/>
        </a:xfrm>
        <a:prstGeom prst="rect">
          <a:avLst/>
        </a:prstGeom>
        <a:solidFill>
          <a:schemeClr val="accent2">
            <a:hueOff val="-1064479"/>
            <a:satOff val="2924"/>
            <a:lumOff val="196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Evaluate SLA compliance and network service reliability. </a:t>
          </a:r>
          <a:endParaRPr lang="en-US" sz="1400" kern="1200"/>
        </a:p>
      </dsp:txBody>
      <dsp:txXfrm>
        <a:off x="5733491" y="1657968"/>
        <a:ext cx="1996160" cy="1197696"/>
      </dsp:txXfrm>
    </dsp:sp>
    <dsp:sp modelId="{E27ABB69-3A92-4BFB-AD3A-4AD97ADFA455}">
      <dsp:nvSpPr>
        <dsp:cNvPr id="0" name=""/>
        <dsp:cNvSpPr/>
      </dsp:nvSpPr>
      <dsp:spPr>
        <a:xfrm>
          <a:off x="822936" y="3314782"/>
          <a:ext cx="1996160" cy="1197696"/>
        </a:xfrm>
        <a:prstGeom prst="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814" tIns="102673" rIns="97814" bIns="10267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Deliver interactive Power BI dashboards for operational and strategic decision-making.</a:t>
          </a:r>
          <a:endParaRPr lang="en-US" sz="1400" kern="1200"/>
        </a:p>
      </dsp:txBody>
      <dsp:txXfrm>
        <a:off x="822936" y="3314782"/>
        <a:ext cx="1996160" cy="11976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69B03-15EB-459E-966C-5464FD391928}" type="datetimeFigureOut">
              <a:rPr lang="en-GB" smtClean="0"/>
              <a:t>03/08/2026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A32A1-D228-4305-BFF5-19A285449D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66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8301CC9-A65B-4F3D-B3BF-72ED23308152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1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B7CEC-29C2-4882-9FCD-089AE013B826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6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F0831DD-EE03-486F-A3A5-7851E188DEA0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5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107E-E685-4391-BE7E-46B4CEFFB01C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2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893AB-6DAA-4C67-B3DB-45D436C78BA0}" type="datetime1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3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A8E04-0C11-47C3-A1F8-5151AD826A96}" type="datetime1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4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7DDD-72C6-47E8-B0C8-C96F9BAC68AA}" type="datetime1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76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00B328-39EC-4EDA-88EE-D4557597F6DC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D7878-3437-4A3E-9E5C-6F620DFE4AFA}" type="datetime1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4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B4ECB-FEBC-4C10-AE0E-60C521088B0A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7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EA754B2-DC6C-4922-985E-9BE438F4CD17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0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2" y="97104"/>
            <a:ext cx="3100768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4492488"/>
            <a:ext cx="2512313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0410" y="0"/>
            <a:ext cx="586359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484" y="6338704"/>
            <a:ext cx="16475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87752" y="6338704"/>
            <a:ext cx="1044434" cy="365125"/>
          </a:xfrm>
        </p:spPr>
        <p:txBody>
          <a:bodyPr/>
          <a:lstStyle/>
          <a:p>
            <a:fld id="{4D5FFC70-5CDC-4AF6-B811-13E9F7A6E170}" type="datetime1">
              <a:rPr lang="en-US" smtClean="0"/>
              <a:t>8/3/2026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832186" y="6342302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47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758" y="73742"/>
            <a:ext cx="5147622" cy="222072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424193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1" y="2726268"/>
            <a:ext cx="4437380" cy="343678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343956"/>
            <a:ext cx="223905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5" y="6343956"/>
            <a:ext cx="1164831" cy="365125"/>
          </a:xfrm>
        </p:spPr>
        <p:txBody>
          <a:bodyPr/>
          <a:lstStyle/>
          <a:p>
            <a:fld id="{CE760FDD-90BA-4C07-9899-C2EC08DFB53B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0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CB799BD-A353-46F6-9EA2-9749DDFCE700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68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8.jpeg"/><Relationship Id="rId5" Type="http://schemas.openxmlformats.org/officeDocument/2006/relationships/diagramData" Target="../diagrams/data1.xml"/><Relationship Id="rId10" Type="http://schemas.openxmlformats.org/officeDocument/2006/relationships/image" Target="../media/image7.jpeg"/><Relationship Id="rId4" Type="http://schemas.openxmlformats.org/officeDocument/2006/relationships/image" Target="../media/image6.jp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11" Type="http://schemas.openxmlformats.org/officeDocument/2006/relationships/image" Target="../media/image13.jp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2.jpe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155E14-BFD4-551F-5395-A46ACE2438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7697" b="8046"/>
          <a:stretch>
            <a:fillRect/>
          </a:stretch>
        </p:blipFill>
        <p:spPr>
          <a:xfrm>
            <a:off x="334900" y="599724"/>
            <a:ext cx="4210812" cy="3547872"/>
          </a:xfrm>
          <a:prstGeom prst="rect">
            <a:avLst/>
          </a:prstGeom>
        </p:spPr>
      </p:pic>
      <p:pic>
        <p:nvPicPr>
          <p:cNvPr id="21" name="Picture 20" descr="Data Networks &amp; Telecom Services | Havi">
            <a:extLst>
              <a:ext uri="{FF2B5EF4-FFF2-40B4-BE49-F238E27FC236}">
                <a16:creationId xmlns:a16="http://schemas.microsoft.com/office/drawing/2014/main" id="{A61746EB-59E8-6AA1-C0DA-00ABC4B774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4156" r="7750" b="1"/>
          <a:stretch>
            <a:fillRect/>
          </a:stretch>
        </p:blipFill>
        <p:spPr>
          <a:xfrm>
            <a:off x="4587493" y="599724"/>
            <a:ext cx="4219956" cy="3547872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199467"/>
            <a:ext cx="8472550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340" y="4319752"/>
            <a:ext cx="8210715" cy="11559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</a:rPr>
              <a:t>		Brit Connect Network 				  Performance Dashboard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54A46C7-6338-A4F1-E569-5E27A05DCCAF}"/>
              </a:ext>
            </a:extLst>
          </p:cNvPr>
          <p:cNvSpPr txBox="1"/>
          <p:nvPr/>
        </p:nvSpPr>
        <p:spPr>
          <a:xfrm>
            <a:off x="2802467" y="5748472"/>
            <a:ext cx="3938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BY: OLUWATOSIN ADENIRAN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8792DA1-25DB-7392-48DF-96862F079C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7CC227-22E4-680A-3922-035713AE1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38" y="504083"/>
            <a:ext cx="4601183" cy="1341877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FFFEFF"/>
                </a:solidFill>
              </a:rPr>
              <a:t>INTRODUCTION</a:t>
            </a:r>
          </a:p>
        </p:txBody>
      </p:sp>
      <p:pic>
        <p:nvPicPr>
          <p:cNvPr id="12" name="Picture 11" descr="Wifi Images - Free Download on Magnific (formerly Freepik)">
            <a:extLst>
              <a:ext uri="{FF2B5EF4-FFF2-40B4-BE49-F238E27FC236}">
                <a16:creationId xmlns:a16="http://schemas.microsoft.com/office/drawing/2014/main" id="{BCE5EEE3-0FD5-C2C6-41B5-D9FA2E7D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9833"/>
            <a:ext cx="1628167" cy="1628167"/>
          </a:xfrm>
          <a:prstGeom prst="rect">
            <a:avLst/>
          </a:prstGeom>
        </p:spPr>
      </p:pic>
      <p:pic>
        <p:nvPicPr>
          <p:cNvPr id="13" name="Picture 12" descr="WiFi 7 Explained: Features &amp; Benefits of New Standard">
            <a:extLst>
              <a:ext uri="{FF2B5EF4-FFF2-40B4-BE49-F238E27FC236}">
                <a16:creationId xmlns:a16="http://schemas.microsoft.com/office/drawing/2014/main" id="{510A7E61-69F2-5D41-AF53-9338F1B7C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138" y="604292"/>
            <a:ext cx="1241669" cy="1241669"/>
          </a:xfrm>
          <a:prstGeom prst="rect">
            <a:avLst/>
          </a:prstGeom>
        </p:spPr>
      </p:pic>
      <p:pic>
        <p:nvPicPr>
          <p:cNvPr id="15" name="Picture 14" descr="Ethernet Cable Images – Browse 160,931 Stock Photos, Vectors ...">
            <a:extLst>
              <a:ext uri="{FF2B5EF4-FFF2-40B4-BE49-F238E27FC236}">
                <a16:creationId xmlns:a16="http://schemas.microsoft.com/office/drawing/2014/main" id="{9ECA74A0-AB04-CC96-3C99-AD45C9490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122684">
            <a:off x="335091" y="3084784"/>
            <a:ext cx="1203018" cy="510916"/>
          </a:xfrm>
          <a:prstGeom prst="rect">
            <a:avLst/>
          </a:prstGeom>
        </p:spPr>
      </p:pic>
      <p:pic>
        <p:nvPicPr>
          <p:cNvPr id="23" name="Picture 22" descr="Ethernet Cable Images – Browse 160,931 Stock Photos, Vectors ...">
            <a:extLst>
              <a:ext uri="{FF2B5EF4-FFF2-40B4-BE49-F238E27FC236}">
                <a16:creationId xmlns:a16="http://schemas.microsoft.com/office/drawing/2014/main" id="{10C8E118-B16E-96B2-F89E-855B9629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895420">
            <a:off x="798264" y="4131489"/>
            <a:ext cx="1203018" cy="510916"/>
          </a:xfrm>
          <a:prstGeom prst="rect">
            <a:avLst/>
          </a:prstGeom>
        </p:spPr>
      </p:pic>
      <p:pic>
        <p:nvPicPr>
          <p:cNvPr id="24" name="Picture 23" descr="Ethernet Cable Images – Browse 160,931 Stock Photos, Vectors ...">
            <a:extLst>
              <a:ext uri="{FF2B5EF4-FFF2-40B4-BE49-F238E27FC236}">
                <a16:creationId xmlns:a16="http://schemas.microsoft.com/office/drawing/2014/main" id="{2F49EFA0-1C67-92F3-2045-4D472EEB4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122684">
            <a:off x="1505236" y="5111086"/>
            <a:ext cx="1067181" cy="453227"/>
          </a:xfrm>
          <a:prstGeom prst="rect">
            <a:avLst/>
          </a:prstGeom>
        </p:spPr>
      </p:pic>
      <p:graphicFrame>
        <p:nvGraphicFramePr>
          <p:cNvPr id="26" name="Content Placeholder 5">
            <a:extLst>
              <a:ext uri="{FF2B5EF4-FFF2-40B4-BE49-F238E27FC236}">
                <a16:creationId xmlns:a16="http://schemas.microsoft.com/office/drawing/2014/main" id="{99AC9316-79DE-AB69-6C24-934EBD1D94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8015103"/>
              </p:ext>
            </p:extLst>
          </p:nvPr>
        </p:nvGraphicFramePr>
        <p:xfrm>
          <a:off x="593767" y="2203805"/>
          <a:ext cx="8272463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8" name="Picture 27" descr="Internet wifi Images - Free Download on Magnific (formerly Freepik)">
            <a:extLst>
              <a:ext uri="{FF2B5EF4-FFF2-40B4-BE49-F238E27FC236}">
                <a16:creationId xmlns:a16="http://schemas.microsoft.com/office/drawing/2014/main" id="{9F0498CB-FB1A-371C-7DC9-40A4D0CB60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5866" y="2395169"/>
            <a:ext cx="601926" cy="601926"/>
          </a:xfrm>
          <a:prstGeom prst="rect">
            <a:avLst/>
          </a:prstGeom>
        </p:spPr>
      </p:pic>
      <p:pic>
        <p:nvPicPr>
          <p:cNvPr id="29" name="Picture 28" descr="Internet wifi Images - Free Download on Magnific (formerly Freepik)">
            <a:extLst>
              <a:ext uri="{FF2B5EF4-FFF2-40B4-BE49-F238E27FC236}">
                <a16:creationId xmlns:a16="http://schemas.microsoft.com/office/drawing/2014/main" id="{75D09DA0-2E01-75E4-C586-669B7C80A7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3482" y="3368618"/>
            <a:ext cx="601926" cy="601926"/>
          </a:xfrm>
          <a:prstGeom prst="rect">
            <a:avLst/>
          </a:prstGeom>
        </p:spPr>
      </p:pic>
      <p:pic>
        <p:nvPicPr>
          <p:cNvPr id="30" name="Picture 29" descr="Internet wifi Images - Free Download on Magnific (formerly Freepik)">
            <a:extLst>
              <a:ext uri="{FF2B5EF4-FFF2-40B4-BE49-F238E27FC236}">
                <a16:creationId xmlns:a16="http://schemas.microsoft.com/office/drawing/2014/main" id="{6B51AD22-E704-7A8D-F888-DD28022905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8849" y="4327569"/>
            <a:ext cx="601926" cy="601926"/>
          </a:xfrm>
          <a:prstGeom prst="rect">
            <a:avLst/>
          </a:prstGeom>
        </p:spPr>
      </p:pic>
      <p:pic>
        <p:nvPicPr>
          <p:cNvPr id="31" name="Picture 30" descr="Internet wifi Images - Free Download on Magnific (formerly Freepik)">
            <a:extLst>
              <a:ext uri="{FF2B5EF4-FFF2-40B4-BE49-F238E27FC236}">
                <a16:creationId xmlns:a16="http://schemas.microsoft.com/office/drawing/2014/main" id="{E5F5DD6B-98F6-34D5-5959-B96A7EE83A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1844" y="5258046"/>
            <a:ext cx="601926" cy="601926"/>
          </a:xfrm>
          <a:prstGeom prst="rect">
            <a:avLst/>
          </a:prstGeom>
        </p:spPr>
      </p:pic>
      <p:pic>
        <p:nvPicPr>
          <p:cNvPr id="32" name="Picture 31" descr="Wifi internet icon in comic style, Wifi router icon cartoon vector, network cartoon wireless technology vector cartoon illustration pictogram. Connection sign concept 42153921 Vector Art at Vecteezy">
            <a:extLst>
              <a:ext uri="{FF2B5EF4-FFF2-40B4-BE49-F238E27FC236}">
                <a16:creationId xmlns:a16="http://schemas.microsoft.com/office/drawing/2014/main" id="{5E2D052C-DADD-A599-2D15-7A5AD7AFE2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279" y="604292"/>
            <a:ext cx="1241669" cy="1241669"/>
          </a:xfrm>
          <a:prstGeom prst="rect">
            <a:avLst/>
          </a:prstGeom>
        </p:spPr>
      </p:pic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C36FFD25-F605-A61E-3C11-D1806A7D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2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1B62618-0D02-4C29-88C5-1EDF7F32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2747F4-A0AE-425C-B527-E3E32461F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07F29A-1576-479E-B227-0D649860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7B26C7-6F2F-453C-9C08-71E199E5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214" y="614407"/>
            <a:ext cx="8482004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119" y="702156"/>
            <a:ext cx="3579780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FFFEFF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B635B0-796C-9F27-262C-E05847FF6DD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46679569"/>
              </p:ext>
            </p:extLst>
          </p:nvPr>
        </p:nvGraphicFramePr>
        <p:xfrm>
          <a:off x="435768" y="1994170"/>
          <a:ext cx="8552589" cy="4513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3BBD59F-62F0-1627-A1D9-DA92DA46CE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283" y="5327677"/>
            <a:ext cx="1196075" cy="1180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DB0C8D-D9A4-D1AF-BC54-9C70CA8CA09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3433" r="12127"/>
          <a:stretch>
            <a:fillRect/>
          </a:stretch>
        </p:blipFill>
        <p:spPr>
          <a:xfrm>
            <a:off x="155643" y="1994170"/>
            <a:ext cx="1070043" cy="1189298"/>
          </a:xfrm>
          <a:prstGeom prst="rect">
            <a:avLst/>
          </a:prstGeom>
        </p:spPr>
      </p:pic>
      <p:pic>
        <p:nvPicPr>
          <p:cNvPr id="14" name="Picture 13" descr="Summation - Free edit tools icons">
            <a:extLst>
              <a:ext uri="{FF2B5EF4-FFF2-40B4-BE49-F238E27FC236}">
                <a16:creationId xmlns:a16="http://schemas.microsoft.com/office/drawing/2014/main" id="{AD506CA6-459C-8F2D-5D5E-79A3912406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0810" y="2344367"/>
            <a:ext cx="418290" cy="418290"/>
          </a:xfrm>
          <a:prstGeom prst="rect">
            <a:avLst/>
          </a:prstGeom>
        </p:spPr>
      </p:pic>
      <p:pic>
        <p:nvPicPr>
          <p:cNvPr id="16" name="Picture 15" descr="Pie Chart Bar Graph Line Graph Stock Illustration 1036285360 | Shutterstock">
            <a:extLst>
              <a:ext uri="{FF2B5EF4-FFF2-40B4-BE49-F238E27FC236}">
                <a16:creationId xmlns:a16="http://schemas.microsoft.com/office/drawing/2014/main" id="{294AD455-9049-170C-4FA8-146E6F708E4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4038"/>
          <a:stretch>
            <a:fillRect/>
          </a:stretch>
        </p:blipFill>
        <p:spPr>
          <a:xfrm>
            <a:off x="0" y="3569992"/>
            <a:ext cx="1264693" cy="1303565"/>
          </a:xfrm>
          <a:prstGeom prst="rect">
            <a:avLst/>
          </a:prstGeom>
        </p:spPr>
      </p:pic>
      <p:pic>
        <p:nvPicPr>
          <p:cNvPr id="18" name="Picture 17" descr="Evaluate Stock Illustrations – 24,376 Evaluate Stock Illustrations, Vectors  &amp; Clipart - Dreamstime">
            <a:extLst>
              <a:ext uri="{FF2B5EF4-FFF2-40B4-BE49-F238E27FC236}">
                <a16:creationId xmlns:a16="http://schemas.microsoft.com/office/drawing/2014/main" id="{B316DC66-A520-93A0-1DA0-C5C2BFF722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2323" y="3638145"/>
            <a:ext cx="1011677" cy="1235412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03D490F-5702-F276-288A-E8C5AFBE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			KEY PERFORMANCE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2200"/>
            </a:pPr>
            <a:r>
              <a:rPr lang="en-GB" sz="2200" dirty="0"/>
              <a:t>• Total Outages: 5,000 </a:t>
            </a:r>
            <a:r>
              <a:rPr lang="en-GB" dirty="0"/>
              <a:t>⚠️</a:t>
            </a:r>
          </a:p>
          <a:p>
            <a:pPr marL="0" indent="0">
              <a:buNone/>
              <a:defRPr sz="2200"/>
            </a:pPr>
            <a:br>
              <a:rPr lang="en-GB" sz="2200" dirty="0"/>
            </a:br>
            <a:r>
              <a:rPr lang="en-GB" sz="2200" dirty="0"/>
              <a:t>• Resolved Incidents: 5,000 </a:t>
            </a:r>
          </a:p>
          <a:p>
            <a:pPr marL="0" indent="0">
              <a:buNone/>
              <a:defRPr sz="2200"/>
            </a:pPr>
            <a:br>
              <a:rPr lang="en-GB" sz="2200" dirty="0"/>
            </a:br>
            <a:r>
              <a:rPr lang="en-GB" sz="2200" dirty="0"/>
              <a:t>• SLA Evaluated: 3,456 </a:t>
            </a:r>
            <a:r>
              <a:rPr lang="en-GB" dirty="0"/>
              <a:t>📋 </a:t>
            </a:r>
          </a:p>
          <a:p>
            <a:pPr marL="0" indent="0">
              <a:buNone/>
              <a:defRPr sz="2200"/>
            </a:pPr>
            <a:br>
              <a:rPr lang="en-GB" sz="2200" dirty="0"/>
            </a:br>
            <a:r>
              <a:rPr lang="en-GB" sz="2200" dirty="0"/>
              <a:t>• SLA Compliance: ~80% </a:t>
            </a:r>
            <a:r>
              <a:rPr lang="en-GB" dirty="0"/>
              <a:t>📊</a:t>
            </a:r>
          </a:p>
          <a:p>
            <a:pPr marL="0" indent="0">
              <a:buNone/>
              <a:defRPr sz="2200"/>
            </a:pPr>
            <a:br>
              <a:rPr lang="en-GB" sz="2200" dirty="0"/>
            </a:br>
            <a:r>
              <a:rPr lang="en-GB" sz="2200" dirty="0"/>
              <a:t>• Average MTTD: 17.74 minutes </a:t>
            </a:r>
            <a:r>
              <a:rPr lang="en-GB" dirty="0"/>
              <a:t>⏱️</a:t>
            </a:r>
          </a:p>
          <a:p>
            <a:pPr marL="0" indent="0">
              <a:buNone/>
              <a:defRPr sz="2200"/>
            </a:pPr>
            <a:br>
              <a:rPr lang="en-GB" sz="2200" dirty="0"/>
            </a:br>
            <a:r>
              <a:rPr lang="en-GB" sz="2200" dirty="0"/>
              <a:t>• Average MTTR: (36.59 minutes)</a:t>
            </a:r>
            <a:r>
              <a:rPr lang="en-GB" dirty="0"/>
              <a:t>🔧 </a:t>
            </a:r>
            <a:endParaRPr lang="en-GB" sz="2200" dirty="0"/>
          </a:p>
        </p:txBody>
      </p:sp>
      <p:pic>
        <p:nvPicPr>
          <p:cNvPr id="4" name="Picture 3" descr="Broadcast and Network Antenna Mast Icon 67855885 PNG">
            <a:extLst>
              <a:ext uri="{FF2B5EF4-FFF2-40B4-BE49-F238E27FC236}">
                <a16:creationId xmlns:a16="http://schemas.microsoft.com/office/drawing/2014/main" id="{C5711E68-2CE9-98EC-6E50-51C98E3B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75" r="21701" b="3"/>
          <a:stretch>
            <a:fillRect/>
          </a:stretch>
        </p:blipFill>
        <p:spPr>
          <a:xfrm>
            <a:off x="5388292" y="1770803"/>
            <a:ext cx="3382794" cy="450426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382F38-9D3D-8DFB-FA31-3C8DD82DF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6197"/>
              </p:ext>
            </p:extLst>
          </p:nvPr>
        </p:nvGraphicFramePr>
        <p:xfrm>
          <a:off x="4571999" y="3860483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619291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2681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CE9E58-0D78-11D8-E27B-71AA16320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410437"/>
              </p:ext>
            </p:extLst>
          </p:nvPr>
        </p:nvGraphicFramePr>
        <p:xfrm>
          <a:off x="3500640" y="2880480"/>
          <a:ext cx="450107" cy="365760"/>
        </p:xfrm>
        <a:graphic>
          <a:graphicData uri="http://schemas.openxmlformats.org/drawingml/2006/table">
            <a:tbl>
              <a:tblPr/>
              <a:tblGrid>
                <a:gridCol w="450107">
                  <a:extLst>
                    <a:ext uri="{9D8B030D-6E8A-4147-A177-3AD203B41FA5}">
                      <a16:colId xmlns:a16="http://schemas.microsoft.com/office/drawing/2014/main" val="1547454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233319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3491D-A2E0-9A56-1502-F4D9897C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69958B5-5C27-4A9A-983B-AC6A83EFD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17657" y="1436050"/>
            <a:ext cx="0" cy="1645920"/>
          </a:xfrm>
          <a:prstGeom prst="line">
            <a:avLst/>
          </a:prstGeom>
          <a:ln w="19050">
            <a:solidFill>
              <a:srgbClr val="3D3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1FD890-88A9-109A-7C0B-F3F42A37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6" t="59803" r="58475" b="12206"/>
          <a:stretch>
            <a:fillRect/>
          </a:stretch>
        </p:blipFill>
        <p:spPr>
          <a:xfrm>
            <a:off x="123724" y="2266273"/>
            <a:ext cx="4829740" cy="1947417"/>
          </a:xfrm>
          <a:prstGeom prst="rect">
            <a:avLst/>
          </a:prstGeom>
        </p:spPr>
      </p:pic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219240"/>
            <a:ext cx="8476488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376057"/>
            <a:ext cx="8477720" cy="2034709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BD4CD-7116-C6B1-BC05-1F835BA7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4" y="4556520"/>
            <a:ext cx="3692524" cy="1691879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							    			</a:t>
            </a:r>
            <a:r>
              <a:rPr lang="en-GB" b="1">
                <a:solidFill>
                  <a:schemeClr val="tx2"/>
                </a:solidFill>
              </a:rPr>
              <a:t>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DF9B7-0A17-4AA4-4DE2-BA9C0D3E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41" t="60875" r="26383" b="12648"/>
          <a:stretch>
            <a:fillRect/>
          </a:stretch>
        </p:blipFill>
        <p:spPr>
          <a:xfrm>
            <a:off x="65750" y="0"/>
            <a:ext cx="4953463" cy="2358785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F8BD25D-8B66-4F26-8257-6DC073629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25107" y="1436050"/>
            <a:ext cx="0" cy="1645920"/>
          </a:xfrm>
          <a:prstGeom prst="line">
            <a:avLst/>
          </a:prstGeom>
          <a:ln w="19050">
            <a:solidFill>
              <a:srgbClr val="3D3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80017-EE02-8D84-E336-E58FEA721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100" y="4556520"/>
            <a:ext cx="4047517" cy="18006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Root causes of the outages.</a:t>
            </a:r>
          </a:p>
          <a:p>
            <a:r>
              <a:rPr lang="en-GB" dirty="0"/>
              <a:t>The severity level of the outages,</a:t>
            </a:r>
          </a:p>
          <a:p>
            <a:r>
              <a:rPr lang="en-GB" dirty="0"/>
              <a:t>Site type categories for outages,</a:t>
            </a:r>
          </a:p>
          <a:p>
            <a:r>
              <a:rPr lang="en-GB" dirty="0"/>
              <a:t>Alarm severity year and monthly trend,</a:t>
            </a:r>
          </a:p>
          <a:p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2F5786A-F8C6-F715-E629-DA0273E7D0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64" t="36620" r="58830" b="40260"/>
          <a:stretch>
            <a:fillRect/>
          </a:stretch>
        </p:blipFill>
        <p:spPr>
          <a:xfrm>
            <a:off x="4953463" y="64677"/>
            <a:ext cx="4124787" cy="20347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E6E39C1-0E66-D4D3-215B-2628D6AF6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61" t="36917" r="55603" b="36414"/>
          <a:stretch>
            <a:fillRect/>
          </a:stretch>
        </p:blipFill>
        <p:spPr>
          <a:xfrm>
            <a:off x="4854998" y="2289613"/>
            <a:ext cx="4234264" cy="1880725"/>
          </a:xfrm>
          <a:prstGeom prst="rect">
            <a:avLst/>
          </a:prstGeom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E09728E-9A94-C4D0-FC16-84453854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2383" y="6354586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A73D4A-BDE5-4975-BA22-F161B9D39E6D}"/>
              </a:ext>
            </a:extLst>
          </p:cNvPr>
          <p:cNvSpPr txBox="1"/>
          <p:nvPr/>
        </p:nvSpPr>
        <p:spPr>
          <a:xfrm>
            <a:off x="2387611" y="345103"/>
            <a:ext cx="2222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chemeClr val="accent2"/>
                </a:solidFill>
              </a:rPr>
              <a:t>183 Minutes Total </a:t>
            </a:r>
            <a:endParaRPr lang="en-GB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374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A4866-2D92-BB98-D651-EF1D3DB813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16" t="36793" r="27908" b="38999"/>
          <a:stretch>
            <a:fillRect/>
          </a:stretch>
        </p:blipFill>
        <p:spPr>
          <a:xfrm>
            <a:off x="98758" y="30076"/>
            <a:ext cx="4306093" cy="253986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E95CA67-EAF5-8AA3-E6D3-9DCDFC7BE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972" t="37076" r="27092" b="36414"/>
          <a:stretch>
            <a:fillRect/>
          </a:stretch>
        </p:blipFill>
        <p:spPr>
          <a:xfrm>
            <a:off x="4745420" y="206477"/>
            <a:ext cx="4132670" cy="3930654"/>
          </a:xfrm>
          <a:prstGeom prst="rect">
            <a:avLst/>
          </a:prstGeom>
        </p:spPr>
      </p:pic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219240"/>
            <a:ext cx="8476488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359623"/>
            <a:ext cx="8477720" cy="2051143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98414-D927-7084-5085-A2264D02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00" y="4596992"/>
            <a:ext cx="2515074" cy="160701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OVERVIEW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C29A2-C5DF-4B85-F760-3F36A0164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618" y="4596992"/>
            <a:ext cx="5430682" cy="1607012"/>
          </a:xfrm>
        </p:spPr>
        <p:txBody>
          <a:bodyPr>
            <a:normAutofit/>
          </a:bodyPr>
          <a:lstStyle/>
          <a:p>
            <a:r>
              <a:rPr lang="en-GB" dirty="0"/>
              <a:t>Outage Year and Monthly Trend, </a:t>
            </a:r>
          </a:p>
          <a:p>
            <a:r>
              <a:rPr lang="en-GB" dirty="0"/>
              <a:t>Outages in different Regions.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FE4120-5C11-C842-EEEA-01A2F3FB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5710" y="6410766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3BA21E-36A7-4F56-64B6-4A9DC2BCD9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958" t="62556" r="27048" b="12676"/>
          <a:stretch>
            <a:fillRect/>
          </a:stretch>
        </p:blipFill>
        <p:spPr>
          <a:xfrm>
            <a:off x="206509" y="2498377"/>
            <a:ext cx="4332402" cy="165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70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FAED515F-7879-8ED8-EA78-E5436E076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86" t="36611" r="57833" b="39897"/>
          <a:stretch>
            <a:fillRect/>
          </a:stretch>
        </p:blipFill>
        <p:spPr>
          <a:xfrm>
            <a:off x="97283" y="214010"/>
            <a:ext cx="4474715" cy="3557996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E47FCC6-5DB5-74FB-ADD5-80D5E642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13" t="59644" r="26762" b="13307"/>
          <a:stretch>
            <a:fillRect/>
          </a:stretch>
        </p:blipFill>
        <p:spPr>
          <a:xfrm>
            <a:off x="4669281" y="97277"/>
            <a:ext cx="4474714" cy="3482502"/>
          </a:xfrm>
          <a:prstGeom prst="rect">
            <a:avLst/>
          </a:prstGeom>
        </p:spPr>
      </p:pic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219240"/>
            <a:ext cx="8476488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425" y="4359623"/>
            <a:ext cx="8477720" cy="2051143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205EC-AA6D-A667-25FF-D627BF3B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00" y="4596992"/>
            <a:ext cx="2515074" cy="1607013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SERVICE LEVEL AGREEMENT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5FBA0D-4FC8-28CA-9F2C-290DAD745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618" y="4596992"/>
            <a:ext cx="5430682" cy="1607012"/>
          </a:xfrm>
        </p:spPr>
        <p:txBody>
          <a:bodyPr numCol="2">
            <a:normAutofit/>
          </a:bodyPr>
          <a:lstStyle/>
          <a:p>
            <a:r>
              <a:rPr lang="en-GB"/>
              <a:t>Root Causes</a:t>
            </a:r>
          </a:p>
          <a:p>
            <a:r>
              <a:rPr lang="en-GB"/>
              <a:t>Technology</a:t>
            </a:r>
          </a:p>
          <a:p>
            <a:r>
              <a:rPr lang="en-GB"/>
              <a:t>Site Type</a:t>
            </a:r>
          </a:p>
          <a:p>
            <a:pPr marL="0" indent="0">
              <a:buNone/>
            </a:pPr>
            <a:endParaRPr lang="en-GB"/>
          </a:p>
          <a:p>
            <a:r>
              <a:rPr lang="en-GB"/>
              <a:t>Outages</a:t>
            </a:r>
          </a:p>
          <a:p>
            <a:r>
              <a:rPr lang="en-GB"/>
              <a:t>Vendors</a:t>
            </a:r>
          </a:p>
          <a:p>
            <a:r>
              <a:rPr lang="en-GB"/>
              <a:t>Regions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F3131EC-1B89-0457-C17A-560CBA0D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53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15D5-B9D0-6722-20BE-AA5163A4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09" y="687474"/>
            <a:ext cx="8356935" cy="1083329"/>
          </a:xfrm>
        </p:spPr>
        <p:txBody>
          <a:bodyPr/>
          <a:lstStyle/>
          <a:p>
            <a:r>
              <a:rPr lang="en-GB" dirty="0"/>
              <a:t>			Service Level Agreement  CONTD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8803CEF-139C-9ACC-31BE-4A721A296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13" t="37414" r="26762" b="39094"/>
          <a:stretch>
            <a:fillRect/>
          </a:stretch>
        </p:blipFill>
        <p:spPr>
          <a:xfrm>
            <a:off x="4233482" y="2071501"/>
            <a:ext cx="4910518" cy="20630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4DAD2D-09E8-49A0-96A1-F19AF568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75" t="36645" r="26551" b="36833"/>
          <a:stretch>
            <a:fillRect/>
          </a:stretch>
        </p:blipFill>
        <p:spPr>
          <a:xfrm>
            <a:off x="101107" y="4362926"/>
            <a:ext cx="8945217" cy="2440561"/>
          </a:xfrm>
          <a:prstGeom prst="rect">
            <a:avLst/>
          </a:prstGeom>
        </p:spPr>
      </p:pic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95C800DF-6C7B-FC6F-871D-8B6A8194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87" t="59745" r="57329" b="13307"/>
          <a:stretch>
            <a:fillRect/>
          </a:stretch>
        </p:blipFill>
        <p:spPr>
          <a:xfrm>
            <a:off x="344557" y="1910005"/>
            <a:ext cx="4023161" cy="2440561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5711C98-001F-7B38-0660-0CFB2FB7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2425" y="6338713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6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829" y="4315764"/>
            <a:ext cx="3824822" cy="6677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MTTR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360" y="4872805"/>
            <a:ext cx="7579699" cy="1517760"/>
          </a:xfrm>
        </p:spPr>
        <p:txBody>
          <a:bodyPr vert="horz" lIns="91440" tIns="45720" rIns="91440" bIns="45720" numCol="2" rtlCol="0" anchor="t">
            <a:no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600" cap="all" dirty="0">
                <a:solidFill>
                  <a:srgbClr val="EBEBEB"/>
                </a:solidFill>
              </a:rPr>
              <a:t>By region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 cap="all" dirty="0">
                <a:solidFill>
                  <a:srgbClr val="EBEBEB"/>
                </a:solidFill>
              </a:rPr>
              <a:t>By root cause 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 cap="all" dirty="0">
                <a:solidFill>
                  <a:srgbClr val="EBEBEB"/>
                </a:solidFill>
              </a:rPr>
              <a:t>BY TECHNOLOGY</a:t>
            </a:r>
          </a:p>
          <a:p>
            <a:pPr>
              <a:lnSpc>
                <a:spcPct val="90000"/>
              </a:lnSpc>
              <a:defRPr sz="2200"/>
            </a:pPr>
            <a:endParaRPr lang="en-US" sz="1600" cap="all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defRPr sz="2200"/>
            </a:pPr>
            <a:endParaRPr lang="en-US" sz="1600" cap="all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defRPr sz="2200"/>
            </a:pPr>
            <a:r>
              <a:rPr lang="en-US" sz="1600" cap="all" dirty="0">
                <a:solidFill>
                  <a:srgbClr val="EBEBEB"/>
                </a:solidFill>
              </a:rPr>
              <a:t>Monthly repair trend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 cap="all" dirty="0">
                <a:solidFill>
                  <a:srgbClr val="EBEBEB"/>
                </a:solidFill>
              </a:rPr>
              <a:t>By vendor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 cap="all" dirty="0">
                <a:solidFill>
                  <a:srgbClr val="EBEBEB"/>
                </a:solidFill>
              </a:rPr>
              <a:t>BY SEVERITY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endParaRPr lang="en-US" sz="1600" cap="all" dirty="0">
              <a:solidFill>
                <a:srgbClr val="EBEBEB"/>
              </a:solidFill>
            </a:endParaRPr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1A515B1-A9B3-49B0-AE0D-D038D42C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9144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DAD96C-444C-D816-3802-558F220A6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9" t="36581" r="27837" b="13868"/>
          <a:stretch>
            <a:fillRect/>
          </a:stretch>
        </p:blipFill>
        <p:spPr>
          <a:xfrm>
            <a:off x="233905" y="794908"/>
            <a:ext cx="8447150" cy="356616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4EB85-21FF-8737-AA04-EBE5883B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E9A2-9943-F958-A269-3586DF286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MTTR ANALYSIS CONTD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278B5-B67E-217D-FA40-FDEFBE2DDC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32" t="36856" r="26170" b="12647"/>
          <a:stretch>
            <a:fillRect/>
          </a:stretch>
        </p:blipFill>
        <p:spPr>
          <a:xfrm>
            <a:off x="342108" y="1899805"/>
            <a:ext cx="8354420" cy="457881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FFFB2-6D0D-14D8-1292-3B34A84E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1294" y="6296057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12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3300144" cy="1083329"/>
          </a:xfrm>
        </p:spPr>
        <p:txBody>
          <a:bodyPr/>
          <a:lstStyle/>
          <a:p>
            <a:r>
              <a:rPr dirty="0"/>
              <a:t>MTTD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238" y="638313"/>
            <a:ext cx="4726135" cy="1367467"/>
          </a:xfrm>
        </p:spPr>
        <p:txBody>
          <a:bodyPr numCol="2">
            <a:normAutofit fontScale="47500" lnSpcReduction="20000"/>
          </a:bodyPr>
          <a:lstStyle/>
          <a:p>
            <a:pPr>
              <a:defRPr sz="2200"/>
            </a:pPr>
            <a:r>
              <a:rPr sz="2300" dirty="0">
                <a:solidFill>
                  <a:schemeClr val="bg1"/>
                </a:solidFill>
              </a:rPr>
              <a:t>Month-year detection trend</a:t>
            </a:r>
            <a:endParaRPr lang="en-GB" sz="2300" dirty="0">
              <a:solidFill>
                <a:schemeClr val="bg1"/>
              </a:solidFill>
            </a:endParaRPr>
          </a:p>
          <a:p>
            <a:pPr>
              <a:defRPr sz="2200"/>
            </a:pPr>
            <a:r>
              <a:rPr sz="2300" dirty="0">
                <a:solidFill>
                  <a:schemeClr val="bg1"/>
                </a:solidFill>
              </a:rPr>
              <a:t>By site type</a:t>
            </a:r>
            <a:endParaRPr lang="en-GB" sz="2300" dirty="0">
              <a:solidFill>
                <a:schemeClr val="bg1"/>
              </a:solidFill>
            </a:endParaRPr>
          </a:p>
          <a:p>
            <a:pPr>
              <a:defRPr sz="2200"/>
            </a:pPr>
            <a:r>
              <a:rPr lang="en-GB" sz="2300" dirty="0">
                <a:solidFill>
                  <a:schemeClr val="bg1"/>
                </a:solidFill>
              </a:rPr>
              <a:t>By vendor</a:t>
            </a:r>
          </a:p>
          <a:p>
            <a:pPr>
              <a:defRPr sz="2200"/>
            </a:pPr>
            <a:r>
              <a:rPr lang="en-GB" sz="2300" dirty="0">
                <a:solidFill>
                  <a:schemeClr val="bg1"/>
                </a:solidFill>
              </a:rPr>
              <a:t>By Technology</a:t>
            </a:r>
          </a:p>
          <a:p>
            <a:pPr>
              <a:defRPr sz="2200"/>
            </a:pPr>
            <a:r>
              <a:rPr lang="en-GB" sz="2300" dirty="0">
                <a:solidFill>
                  <a:schemeClr val="bg1"/>
                </a:solidFill>
              </a:rPr>
              <a:t>Root cause</a:t>
            </a:r>
          </a:p>
          <a:p>
            <a:pPr>
              <a:defRPr sz="2200"/>
            </a:pPr>
            <a:r>
              <a:rPr lang="en-GB" sz="2300" dirty="0">
                <a:solidFill>
                  <a:schemeClr val="bg1"/>
                </a:solidFill>
              </a:rPr>
              <a:t>Severity level</a:t>
            </a:r>
          </a:p>
          <a:p>
            <a:pPr>
              <a:defRPr sz="2200"/>
            </a:pPr>
            <a:r>
              <a:rPr lang="en-GB" sz="2300" dirty="0">
                <a:solidFill>
                  <a:schemeClr val="bg1"/>
                </a:solidFill>
              </a:rPr>
              <a:t>Region</a:t>
            </a:r>
          </a:p>
          <a:p>
            <a:pPr>
              <a:defRPr sz="2200"/>
            </a:pPr>
            <a:endParaRPr lang="en-GB" sz="1900" dirty="0">
              <a:solidFill>
                <a:schemeClr val="bg1"/>
              </a:solidFill>
            </a:endParaRPr>
          </a:p>
          <a:p>
            <a:pPr>
              <a:defRPr sz="2200"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420F2-E14C-D875-329D-AF13AAC2F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24" t="38055" r="26820" b="12670"/>
          <a:stretch>
            <a:fillRect/>
          </a:stretch>
        </p:blipFill>
        <p:spPr>
          <a:xfrm>
            <a:off x="282103" y="2558560"/>
            <a:ext cx="8686800" cy="407350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4959B-6140-10A6-FF7E-1A26F2CD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8435" y="6492875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3791-CD3D-75AE-B663-12DFEE1B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MTTD CONTD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4E7CE-24B2-0C3D-7CB0-E559370D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96" t="36666" r="27979" b="13783"/>
          <a:stretch>
            <a:fillRect/>
          </a:stretch>
        </p:blipFill>
        <p:spPr>
          <a:xfrm>
            <a:off x="291829" y="2125484"/>
            <a:ext cx="8560341" cy="45476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83383-325C-438F-7E25-52C859AA0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5710" y="6480830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914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</a:t>
            </a:r>
            <a:r>
              <a:rPr dirty="0"/>
              <a:t>Business Recommendations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18CA1A-A80D-4C93-1086-294FB1A91180}"/>
              </a:ext>
            </a:extLst>
          </p:cNvPr>
          <p:cNvSpPr txBox="1">
            <a:spLocks/>
          </p:cNvSpPr>
          <p:nvPr/>
        </p:nvSpPr>
        <p:spPr>
          <a:xfrm>
            <a:off x="-1688595" y="-323887"/>
            <a:ext cx="7989752" cy="3630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200"/>
            </a:pPr>
            <a:endParaRPr lang="en-GB" sz="220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A0EA604-EFB1-72BA-AB44-EE85B57A2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99811"/>
              </p:ext>
            </p:extLst>
          </p:nvPr>
        </p:nvGraphicFramePr>
        <p:xfrm>
          <a:off x="443063" y="1984957"/>
          <a:ext cx="8258007" cy="335280"/>
        </p:xfrm>
        <a:graphic>
          <a:graphicData uri="http://schemas.openxmlformats.org/drawingml/2006/table">
            <a:tbl>
              <a:tblPr/>
              <a:tblGrid>
                <a:gridCol w="2752669">
                  <a:extLst>
                    <a:ext uri="{9D8B030D-6E8A-4147-A177-3AD203B41FA5}">
                      <a16:colId xmlns:a16="http://schemas.microsoft.com/office/drawing/2014/main" val="964539225"/>
                    </a:ext>
                  </a:extLst>
                </a:gridCol>
                <a:gridCol w="2752669">
                  <a:extLst>
                    <a:ext uri="{9D8B030D-6E8A-4147-A177-3AD203B41FA5}">
                      <a16:colId xmlns:a16="http://schemas.microsoft.com/office/drawing/2014/main" val="503845543"/>
                    </a:ext>
                  </a:extLst>
                </a:gridCol>
                <a:gridCol w="2752669">
                  <a:extLst>
                    <a:ext uri="{9D8B030D-6E8A-4147-A177-3AD203B41FA5}">
                      <a16:colId xmlns:a16="http://schemas.microsoft.com/office/drawing/2014/main" val="1029909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Problem Identified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Evidence from the Data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Recommendation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1200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9DE0D43-FBF4-1EAC-4C43-37C1B2ABB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661745"/>
              </p:ext>
            </p:extLst>
          </p:nvPr>
        </p:nvGraphicFramePr>
        <p:xfrm>
          <a:off x="581192" y="2290286"/>
          <a:ext cx="8258007" cy="1188720"/>
        </p:xfrm>
        <a:graphic>
          <a:graphicData uri="http://schemas.openxmlformats.org/drawingml/2006/table">
            <a:tbl>
              <a:tblPr/>
              <a:tblGrid>
                <a:gridCol w="2752669">
                  <a:extLst>
                    <a:ext uri="{9D8B030D-6E8A-4147-A177-3AD203B41FA5}">
                      <a16:colId xmlns:a16="http://schemas.microsoft.com/office/drawing/2014/main" val="3632313286"/>
                    </a:ext>
                  </a:extLst>
                </a:gridCol>
                <a:gridCol w="2752669">
                  <a:extLst>
                    <a:ext uri="{9D8B030D-6E8A-4147-A177-3AD203B41FA5}">
                      <a16:colId xmlns:a16="http://schemas.microsoft.com/office/drawing/2014/main" val="2961261696"/>
                    </a:ext>
                  </a:extLst>
                </a:gridCol>
                <a:gridCol w="2752669">
                  <a:extLst>
                    <a:ext uri="{9D8B030D-6E8A-4147-A177-3AD203B41FA5}">
                      <a16:colId xmlns:a16="http://schemas.microsoft.com/office/drawing/2014/main" val="2846119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Frequent service outages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5,000 total outages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-indicate recurring service disruptions.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preventive maintenance 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identify and address infrastructure issues before failures occur.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76391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AA32777-2647-453B-8BFD-15F8EA546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870015"/>
              </p:ext>
            </p:extLst>
          </p:nvPr>
        </p:nvGraphicFramePr>
        <p:xfrm>
          <a:off x="573056" y="3856342"/>
          <a:ext cx="8266143" cy="1066800"/>
        </p:xfrm>
        <a:graphic>
          <a:graphicData uri="http://schemas.openxmlformats.org/drawingml/2006/table">
            <a:tbl>
              <a:tblPr/>
              <a:tblGrid>
                <a:gridCol w="2755381">
                  <a:extLst>
                    <a:ext uri="{9D8B030D-6E8A-4147-A177-3AD203B41FA5}">
                      <a16:colId xmlns:a16="http://schemas.microsoft.com/office/drawing/2014/main" val="388735591"/>
                    </a:ext>
                  </a:extLst>
                </a:gridCol>
                <a:gridCol w="2755381">
                  <a:extLst>
                    <a:ext uri="{9D8B030D-6E8A-4147-A177-3AD203B41FA5}">
                      <a16:colId xmlns:a16="http://schemas.microsoft.com/office/drawing/2014/main" val="2517657078"/>
                    </a:ext>
                  </a:extLst>
                </a:gridCol>
                <a:gridCol w="2755381">
                  <a:extLst>
                    <a:ext uri="{9D8B030D-6E8A-4147-A177-3AD203B41FA5}">
                      <a16:colId xmlns:a16="http://schemas.microsoft.com/office/drawing/2014/main" val="726240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Slow fault detection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MTTD = 17.74 minutes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indicating delays in identifying network faults.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 alarm monitoring with real-time alerts and automated event detection to reduce MTTD.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0667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4A788CD-EC12-BA75-C601-ABC23A439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23356"/>
              </p:ext>
            </p:extLst>
          </p:nvPr>
        </p:nvGraphicFramePr>
        <p:xfrm>
          <a:off x="573055" y="5274944"/>
          <a:ext cx="8266143" cy="1066800"/>
        </p:xfrm>
        <a:graphic>
          <a:graphicData uri="http://schemas.openxmlformats.org/drawingml/2006/table">
            <a:tbl>
              <a:tblPr/>
              <a:tblGrid>
                <a:gridCol w="2755381">
                  <a:extLst>
                    <a:ext uri="{9D8B030D-6E8A-4147-A177-3AD203B41FA5}">
                      <a16:colId xmlns:a16="http://schemas.microsoft.com/office/drawing/2014/main" val="3158517343"/>
                    </a:ext>
                  </a:extLst>
                </a:gridCol>
                <a:gridCol w="2755381">
                  <a:extLst>
                    <a:ext uri="{9D8B030D-6E8A-4147-A177-3AD203B41FA5}">
                      <a16:colId xmlns:a16="http://schemas.microsoft.com/office/drawing/2014/main" val="2798338115"/>
                    </a:ext>
                  </a:extLst>
                </a:gridCol>
                <a:gridCol w="2755381">
                  <a:extLst>
                    <a:ext uri="{9D8B030D-6E8A-4147-A177-3AD203B41FA5}">
                      <a16:colId xmlns:a16="http://schemas.microsoft.com/office/drawing/2014/main" val="3246676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Delays in service restoration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</a:t>
                      </a: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MTTR is 36.59 </a:t>
                      </a:r>
                      <a:r>
                        <a:rPr lang="en-GB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minutes, indicating that many incidents take significantly longer to resolve.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vendor performance to ensure third-party providers meet agreed response and repair times.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696075"/>
                  </a:ext>
                </a:extLst>
              </a:tr>
            </a:tbl>
          </a:graphicData>
        </a:graphic>
      </p:graphicFrame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CB42858-42A9-A705-282B-BE0AFAED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5542" y="6331093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7E4810F-78D0-B6D8-D8DA-ED07D7A5B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616102"/>
              </p:ext>
            </p:extLst>
          </p:nvPr>
        </p:nvGraphicFramePr>
        <p:xfrm>
          <a:off x="483115" y="1996235"/>
          <a:ext cx="8325987" cy="1759309"/>
        </p:xfrm>
        <a:graphic>
          <a:graphicData uri="http://schemas.openxmlformats.org/drawingml/2006/table">
            <a:tbl>
              <a:tblPr/>
              <a:tblGrid>
                <a:gridCol w="2775329">
                  <a:extLst>
                    <a:ext uri="{9D8B030D-6E8A-4147-A177-3AD203B41FA5}">
                      <a16:colId xmlns:a16="http://schemas.microsoft.com/office/drawing/2014/main" val="2626254341"/>
                    </a:ext>
                  </a:extLst>
                </a:gridCol>
                <a:gridCol w="2775329">
                  <a:extLst>
                    <a:ext uri="{9D8B030D-6E8A-4147-A177-3AD203B41FA5}">
                      <a16:colId xmlns:a16="http://schemas.microsoft.com/office/drawing/2014/main" val="2273708320"/>
                    </a:ext>
                  </a:extLst>
                </a:gridCol>
                <a:gridCol w="2775329">
                  <a:extLst>
                    <a:ext uri="{9D8B030D-6E8A-4147-A177-3AD203B41FA5}">
                      <a16:colId xmlns:a16="http://schemas.microsoft.com/office/drawing/2014/main" val="187277221"/>
                    </a:ext>
                  </a:extLst>
                </a:gridCol>
              </a:tblGrid>
              <a:tr h="1759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SLA performance below target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 compliance of approximately 80%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indicates that some incidents failed to meet contractual targets.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Prioritise high-risk sites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reduce outages and improve SLA compliance.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105893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D4011A12-C05B-89C3-A5BF-ED9B710A13A1}"/>
              </a:ext>
            </a:extLst>
          </p:cNvPr>
          <p:cNvSpPr txBox="1">
            <a:spLocks/>
          </p:cNvSpPr>
          <p:nvPr/>
        </p:nvSpPr>
        <p:spPr>
          <a:xfrm>
            <a:off x="1405114" y="649637"/>
            <a:ext cx="7403985" cy="108332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			              Business Recommendations  CONTD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A2D776F-6DEC-7E54-23B7-15ED7CA8A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40194"/>
              </p:ext>
            </p:extLst>
          </p:nvPr>
        </p:nvGraphicFramePr>
        <p:xfrm>
          <a:off x="373626" y="4053241"/>
          <a:ext cx="8325987" cy="1869840"/>
        </p:xfrm>
        <a:graphic>
          <a:graphicData uri="http://schemas.openxmlformats.org/drawingml/2006/table">
            <a:tbl>
              <a:tblPr/>
              <a:tblGrid>
                <a:gridCol w="2775329">
                  <a:extLst>
                    <a:ext uri="{9D8B030D-6E8A-4147-A177-3AD203B41FA5}">
                      <a16:colId xmlns:a16="http://schemas.microsoft.com/office/drawing/2014/main" val="791761829"/>
                    </a:ext>
                  </a:extLst>
                </a:gridCol>
                <a:gridCol w="2775329">
                  <a:extLst>
                    <a:ext uri="{9D8B030D-6E8A-4147-A177-3AD203B41FA5}">
                      <a16:colId xmlns:a16="http://schemas.microsoft.com/office/drawing/2014/main" val="3114118244"/>
                    </a:ext>
                  </a:extLst>
                </a:gridCol>
                <a:gridCol w="2775329">
                  <a:extLst>
                    <a:ext uri="{9D8B030D-6E8A-4147-A177-3AD203B41FA5}">
                      <a16:colId xmlns:a16="http://schemas.microsoft.com/office/drawing/2014/main" val="574205720"/>
                    </a:ext>
                  </a:extLst>
                </a:gridCol>
              </a:tblGrid>
              <a:tr h="1869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Ongoing service reliability issues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5" marR="37835" marT="18918" marB="18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combination of </a:t>
                      </a: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5,000 outages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17.74-minute MTTD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36.59-minute MTTR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SLA compliance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indicates opportunities for service improvement.</a:t>
                      </a:r>
                    </a:p>
                  </a:txBody>
                  <a:tcPr marL="37835" marR="37835" marT="18918" marB="18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Continue KPI monitoring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through dashboards to identify trends, measure improvements, and support continuous service improvement.</a:t>
                      </a:r>
                    </a:p>
                  </a:txBody>
                  <a:tcPr marL="37835" marR="37835" marT="18918" marB="18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906129"/>
                  </a:ext>
                </a:extLst>
              </a:tr>
            </a:tbl>
          </a:graphicData>
        </a:graphic>
      </p:graphicFrame>
      <p:sp>
        <p:nvSpPr>
          <p:cNvPr id="25" name="Title 24">
            <a:extLst>
              <a:ext uri="{FF2B5EF4-FFF2-40B4-BE49-F238E27FC236}">
                <a16:creationId xmlns:a16="http://schemas.microsoft.com/office/drawing/2014/main" id="{01138AC0-EA5B-1804-9554-44EC284A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Business Recommendations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5481E1EC-15B1-8212-D959-E0185FE2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7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F4BB-BFA0-C820-E773-C869D464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DASHBOARD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495C2-27EE-C2C7-B254-1DDAC612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5710" y="6492875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D3117-E952-8D27-F6FC-59892190A1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6" t="17761" r="23979" b="6559"/>
          <a:stretch>
            <a:fillRect/>
          </a:stretch>
        </p:blipFill>
        <p:spPr>
          <a:xfrm>
            <a:off x="532334" y="1950773"/>
            <a:ext cx="8079331" cy="472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67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36C8-A8B0-6ED6-5966-3D9412AB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23837-A504-47E3-418C-5027A5FE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6618" y="6381627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42950-45E4-0547-AD95-4EBFDC5E5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" t="17762" r="24193" b="7515"/>
          <a:stretch>
            <a:fillRect/>
          </a:stretch>
        </p:blipFill>
        <p:spPr>
          <a:xfrm>
            <a:off x="481781" y="1941761"/>
            <a:ext cx="8200103" cy="426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42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0B2B-10E4-420F-90F2-BE2E014E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12F50-7F45-8D8E-B566-22B0DADF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36450" y="6480830"/>
            <a:ext cx="77046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C8B45-27FE-9664-3E10-CDCEF7259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62" r="24408" b="7706"/>
          <a:stretch>
            <a:fillRect/>
          </a:stretch>
        </p:blipFill>
        <p:spPr>
          <a:xfrm>
            <a:off x="377149" y="2046105"/>
            <a:ext cx="8389701" cy="402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18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5DB3-3C5E-D2EF-4DBC-0D8ADBD13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42DCC-5F37-1E0C-789F-9D7C6566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775E8-53E1-2BF6-5F42-CDEAB52299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62" r="23656" b="5603"/>
          <a:stretch>
            <a:fillRect/>
          </a:stretch>
        </p:blipFill>
        <p:spPr>
          <a:xfrm>
            <a:off x="452284" y="1770802"/>
            <a:ext cx="8249264" cy="418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34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9D32-CDAB-A45A-14B4-26723BF3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FD4BA-C5F3-2595-0617-7989A85C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046EC-ED8E-5D0E-407C-54EE885E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62" r="24193" b="6368"/>
          <a:stretch>
            <a:fillRect/>
          </a:stretch>
        </p:blipFill>
        <p:spPr>
          <a:xfrm>
            <a:off x="452284" y="1912264"/>
            <a:ext cx="8239432" cy="414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97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4DDE-7B14-883E-E73D-0131701C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6A43-7B0B-E5FA-74A6-17F0DB9C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48E8C-1D19-3770-5A30-FB2231F0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62" r="23656" b="6368"/>
          <a:stretch>
            <a:fillRect/>
          </a:stretch>
        </p:blipFill>
        <p:spPr>
          <a:xfrm>
            <a:off x="462116" y="2053725"/>
            <a:ext cx="8268929" cy="390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14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0308-187E-523B-901B-F32D02FC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6A418-520A-511D-A413-9DB585B5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8C01E-9429-5461-10E0-45FFCCFB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62" r="23333" b="7324"/>
          <a:stretch>
            <a:fillRect/>
          </a:stretch>
        </p:blipFill>
        <p:spPr>
          <a:xfrm>
            <a:off x="471948" y="1936844"/>
            <a:ext cx="8200104" cy="38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15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236B-3A72-DDAC-ABE6-902E1615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					DASHBOARD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AC433-89CF-D90B-6AD6-E9F09C2E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E85BB-97A9-043E-1CB6-74EBA43A6B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54" r="23656" b="7515"/>
          <a:stretch>
            <a:fillRect/>
          </a:stretch>
        </p:blipFill>
        <p:spPr>
          <a:xfrm>
            <a:off x="581192" y="2064785"/>
            <a:ext cx="7989752" cy="374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12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8F80BB-E8B6-43B3-9462-B4D497D28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C8AD6-8796-482B-ACC1-6D686B08E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57201"/>
            <a:ext cx="930617" cy="5859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Graphic 4" descr="Smiling Face with No Fill">
            <a:extLst>
              <a:ext uri="{FF2B5EF4-FFF2-40B4-BE49-F238E27FC236}">
                <a16:creationId xmlns:a16="http://schemas.microsoft.com/office/drawing/2014/main" id="{8DDA0FE7-324D-5902-7109-81FEC5EEC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7306" y="1097392"/>
            <a:ext cx="4572800" cy="4572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6B3BF72-6DFA-42DA-A667-9E3A1BCFF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1294" y="457202"/>
            <a:ext cx="7477805" cy="5856457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470A0-658F-9F7B-DF52-B3ED2EBC44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67653" y="4470755"/>
            <a:ext cx="4312623" cy="2387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/>
              <a:t>		</a:t>
            </a:r>
          </a:p>
          <a:p>
            <a:pPr marL="0" indent="0">
              <a:buNone/>
            </a:pPr>
            <a:r>
              <a:rPr lang="en-GB" sz="3600" dirty="0"/>
              <a:t>	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2D1D-BBD7-057B-A9A1-73722B86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3235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3294</TotalTime>
  <Words>667</Words>
  <Application>Microsoft Office PowerPoint</Application>
  <PresentationFormat>On-screen Show (4:3)</PresentationFormat>
  <Paragraphs>115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Gill Sans MT</vt:lpstr>
      <vt:lpstr>Times New Roman</vt:lpstr>
      <vt:lpstr>Wingdings 2</vt:lpstr>
      <vt:lpstr>Dividend</vt:lpstr>
      <vt:lpstr>  Brit Connect Network       Performance Dashboard</vt:lpstr>
      <vt:lpstr>INTRODUCTION</vt:lpstr>
      <vt:lpstr>Project OBJECTIVES</vt:lpstr>
      <vt:lpstr>   KEY PERFORMANCE INDICATOR</vt:lpstr>
      <vt:lpstr>              OVERVIEW</vt:lpstr>
      <vt:lpstr>OVERVIEW CONTD</vt:lpstr>
      <vt:lpstr>SERVICE LEVEL AGREEMENT</vt:lpstr>
      <vt:lpstr>   Service Level Agreement  CONTD</vt:lpstr>
      <vt:lpstr>MTTR Analysis</vt:lpstr>
      <vt:lpstr>   MTTR ANALYSIS CONTD</vt:lpstr>
      <vt:lpstr>MTTD Analysis</vt:lpstr>
      <vt:lpstr>     MTTD CONTD  </vt:lpstr>
      <vt:lpstr>   Business Recommendations</vt:lpstr>
      <vt:lpstr>   Business Recommendations</vt:lpstr>
      <vt:lpstr>     DASHBOARD 1</vt:lpstr>
      <vt:lpstr>      DASHBOARD 2</vt:lpstr>
      <vt:lpstr>      DASHBOARD 3</vt:lpstr>
      <vt:lpstr>      DASHBOARD 4</vt:lpstr>
      <vt:lpstr>      DASHBOARD 5</vt:lpstr>
      <vt:lpstr>      DASHBOARD 6</vt:lpstr>
      <vt:lpstr>      DASHBOARD 7</vt:lpstr>
      <vt:lpstr>      DASHBOARD 8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Oluwatosin Ayodele</cp:lastModifiedBy>
  <cp:revision>2</cp:revision>
  <dcterms:created xsi:type="dcterms:W3CDTF">2013-01-27T09:14:16Z</dcterms:created>
  <dcterms:modified xsi:type="dcterms:W3CDTF">2026-08-03T18:45:20Z</dcterms:modified>
  <cp:category/>
</cp:coreProperties>
</file>